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13"/>
  </p:notesMasterIdLst>
  <p:handoutMasterIdLst>
    <p:handoutMasterId r:id="rId14"/>
  </p:handoutMasterIdLst>
  <p:sldIdLst>
    <p:sldId id="2147479540" r:id="rId6"/>
    <p:sldId id="2147479558" r:id="rId7"/>
    <p:sldId id="2147479559" r:id="rId8"/>
    <p:sldId id="2147479561" r:id="rId9"/>
    <p:sldId id="2147479556" r:id="rId10"/>
    <p:sldId id="275" r:id="rId11"/>
    <p:sldId id="2147479528" r:id="rId1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8E8"/>
    <a:srgbClr val="BCDFF2"/>
    <a:srgbClr val="C5B4E3"/>
    <a:srgbClr val="463668"/>
    <a:srgbClr val="0078D4"/>
    <a:srgbClr val="E3BFEB"/>
    <a:srgbClr val="FFFFFF"/>
    <a:srgbClr val="D59ED7"/>
    <a:srgbClr val="E1BBE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85E56-6386-4FD1-8F64-ED3089F00464}" v="2" dt="2026-08-31T13:36:34.907"/>
    <p1510:client id="{4786E6A6-E040-45C4-B00D-5D9ABD46D662}" v="1" dt="2026-08-31T13:34:34.185"/>
    <p1510:client id="{BAEA929E-B8FE-4414-942D-3BC9C2AE2F51}" v="4" dt="2026-08-31T13:49:50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091" autoAdjust="0"/>
  </p:normalViewPr>
  <p:slideViewPr>
    <p:cSldViewPr snapToGrid="0">
      <p:cViewPr varScale="1">
        <p:scale>
          <a:sx n="98" d="100"/>
          <a:sy n="98" d="100"/>
        </p:scale>
        <p:origin x="10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BAEA929E-B8FE-4414-942D-3BC9C2AE2F51}"/>
    <pc:docChg chg="addSld delSld modSld modSection">
      <pc:chgData name="" userId="" providerId="" clId="Web-{BAEA929E-B8FE-4414-942D-3BC9C2AE2F51}" dt="2026-08-31T13:49:50.150" v="7" actId="34807"/>
      <pc:docMkLst>
        <pc:docMk/>
      </pc:docMkLst>
      <pc:sldChg chg="del">
        <pc:chgData name="" userId="" providerId="" clId="Web-{BAEA929E-B8FE-4414-942D-3BC9C2AE2F51}" dt="2026-08-31T13:38:24.507" v="3" actId="34807"/>
        <pc:sldMkLst>
          <pc:docMk/>
          <pc:sldMk cId="1811665972" sldId="152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789865309" sldId="153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957722359" sldId="166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793706927" sldId="167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490695021" sldId="171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639379867" sldId="172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107298689" sldId="194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58529531" sldId="199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122963436" sldId="204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178565498" sldId="205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2370148" sldId="207613799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510793352" sldId="207613799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893538141" sldId="207613799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787353190" sldId="207613810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269075036" sldId="2076138187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237815889" sldId="207613818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334745238" sldId="2076138189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371544170" sldId="207613819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221164921" sldId="207613819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694704747" sldId="207613820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991268898" sldId="214747948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112756046" sldId="214747948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49247145" sldId="214747948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134538565" sldId="214747948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75102725" sldId="214747948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303156803" sldId="214747948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12984688" sldId="214747948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974984457" sldId="214747949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100305181" sldId="2147479497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32665288" sldId="214747949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155581143" sldId="2147479499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015317989" sldId="214747950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409802525" sldId="214747950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28951492" sldId="214747950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646423119" sldId="214747950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520742474" sldId="214747950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999596977" sldId="214747950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62669437" sldId="214747950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818648923" sldId="2147479507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897816885" sldId="214747950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880757510" sldId="2147479509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64440782" sldId="214747951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899114434" sldId="214747951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88447189" sldId="214747951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238355401" sldId="214747951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992094046" sldId="214747951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929235630" sldId="214747951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680403334" sldId="2147479517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985778547" sldId="214747951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290045411" sldId="2147479519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701936818" sldId="214747952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60104168" sldId="214747952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99522444" sldId="214747952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796730512" sldId="214747952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996231841" sldId="2147479525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782770375" sldId="214747952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4061082036" sldId="214747952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845718885" sldId="214747953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897246103" sldId="2147479538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895965745" sldId="2147479539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080857811" sldId="2147479540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150240675" sldId="2147479541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085277236" sldId="2147479552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923959522" sldId="2147479553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684543250" sldId="2147479554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3876085623" sldId="2147479556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2781771208" sldId="2147479557"/>
        </pc:sldMkLst>
      </pc:sldChg>
      <pc:sldChg chg="del">
        <pc:chgData name="" userId="" providerId="" clId="Web-{BAEA929E-B8FE-4414-942D-3BC9C2AE2F51}" dt="2026-08-31T13:38:24.507" v="3" actId="34807"/>
        <pc:sldMkLst>
          <pc:docMk/>
          <pc:sldMk cId="143569297" sldId="2147479558"/>
        </pc:sldMkLst>
      </pc:sldChg>
      <pc:sldChg chg="addSp delSp modSp modNotesTx">
        <pc:chgData name="" userId="" providerId="" clId="Web-{BAEA929E-B8FE-4414-942D-3BC9C2AE2F51}" dt="2026-08-31T13:49:50.150" v="7" actId="34807"/>
        <pc:sldMkLst>
          <pc:docMk/>
          <pc:sldMk cId="2260810091" sldId="2147479559"/>
        </pc:sldMkLst>
        <pc:spChg chg="del mod">
          <ac:chgData name="" userId="" providerId="" clId="Web-{BAEA929E-B8FE-4414-942D-3BC9C2AE2F51}" dt="2026-08-31T13:39:56.820" v="4" actId="34807"/>
          <ac:spMkLst>
            <pc:docMk/>
            <pc:sldMk cId="2260810091" sldId="2147479559"/>
            <ac:spMk id="4" creationId="{C48A2588-DEEF-4466-B489-C48555FD0A80}"/>
          </ac:spMkLst>
        </pc:spChg>
        <pc:spChg chg="del mod">
          <ac:chgData name="" userId="" providerId="" clId="Web-{BAEA929E-B8FE-4414-942D-3BC9C2AE2F51}" dt="2026-08-31T13:39:56.820" v="4" actId="34807"/>
          <ac:spMkLst>
            <pc:docMk/>
            <pc:sldMk cId="2260810091" sldId="2147479559"/>
            <ac:spMk id="5" creationId="{856881EA-0B91-4897-8A3A-ED859EA8E9F5}"/>
          </ac:spMkLst>
        </pc:spChg>
        <pc:spChg chg="mod">
          <ac:chgData name="" userId="" providerId="" clId="Web-{BAEA929E-B8FE-4414-942D-3BC9C2AE2F51}" dt="2026-08-31T13:49:50.150" v="7" actId="34807"/>
          <ac:spMkLst>
            <pc:docMk/>
            <pc:sldMk cId="2260810091" sldId="2147479559"/>
            <ac:spMk id="6" creationId="{7FADB5E4-83CF-47EF-AC04-3689C7951EBE}"/>
          </ac:spMkLst>
        </pc:spChg>
        <pc:spChg chg="mod">
          <ac:chgData name="" userId="" providerId="" clId="Web-{BAEA929E-B8FE-4414-942D-3BC9C2AE2F51}" dt="2026-08-31T13:49:50.150" v="7" actId="34807"/>
          <ac:spMkLst>
            <pc:docMk/>
            <pc:sldMk cId="2260810091" sldId="2147479559"/>
            <ac:spMk id="12" creationId="{3080DA2C-210D-4425-AD02-4BE53C4F28FA}"/>
          </ac:spMkLst>
        </pc:spChg>
        <pc:spChg chg="mod">
          <ac:chgData name="" userId="" providerId="" clId="Web-{BAEA929E-B8FE-4414-942D-3BC9C2AE2F51}" dt="2026-08-31T13:37:54.850" v="1" actId="34807"/>
          <ac:spMkLst>
            <pc:docMk/>
            <pc:sldMk cId="2260810091" sldId="2147479559"/>
            <ac:spMk id="47" creationId="{1F301958-DE5F-4AB2-97F9-69B1699A128E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2260810091" sldId="2147479559"/>
            <ac:spMk id="48" creationId="{252104AD-C0E4-0B4E-2D2A-21F18E4CEFB7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2260810091" sldId="2147479559"/>
            <ac:spMk id="49" creationId="{81FF9FB3-BAF2-C810-964F-6958B5C268B0}"/>
          </ac:spMkLst>
        </pc:spChg>
      </pc:sldChg>
      <pc:sldChg chg="addSp delSp modSp add modNotesTx">
        <pc:chgData name="" userId="" providerId="" clId="Web-{BAEA929E-B8FE-4414-942D-3BC9C2AE2F51}" dt="2026-08-31T13:45:51.509" v="6" actId="34807"/>
        <pc:sldMkLst>
          <pc:docMk/>
          <pc:sldMk cId="3927712660" sldId="2147479560"/>
        </pc:sldMkLst>
        <pc:spChg chg="del mod">
          <ac:chgData name="" userId="" providerId="" clId="Web-{BAEA929E-B8FE-4414-942D-3BC9C2AE2F51}" dt="2026-08-31T13:39:56.820" v="4" actId="34807"/>
          <ac:spMkLst>
            <pc:docMk/>
            <pc:sldMk cId="3927712660" sldId="2147479560"/>
            <ac:spMk id="4" creationId="{C48A2588-DEEF-4466-B489-C48555FD0A80}"/>
          </ac:spMkLst>
        </pc:spChg>
        <pc:spChg chg="del mod">
          <ac:chgData name="" userId="" providerId="" clId="Web-{BAEA929E-B8FE-4414-942D-3BC9C2AE2F51}" dt="2026-08-31T13:39:56.820" v="4" actId="34807"/>
          <ac:spMkLst>
            <pc:docMk/>
            <pc:sldMk cId="3927712660" sldId="2147479560"/>
            <ac:spMk id="5" creationId="{856881EA-0B91-4897-8A3A-ED859EA8E9F5}"/>
          </ac:spMkLst>
        </pc:spChg>
        <pc:spChg chg="del mod">
          <ac:chgData name="" userId="" providerId="" clId="Web-{BAEA929E-B8FE-4414-942D-3BC9C2AE2F51}" dt="2026-08-31T13:45:51.509" v="6" actId="34807"/>
          <ac:spMkLst>
            <pc:docMk/>
            <pc:sldMk cId="3927712660" sldId="2147479560"/>
            <ac:spMk id="6" creationId="{7FADB5E4-83CF-47EF-AC04-3689C7951EBE}"/>
          </ac:spMkLst>
        </pc:spChg>
        <pc:spChg chg="del mod">
          <ac:chgData name="" userId="" providerId="" clId="Web-{BAEA929E-B8FE-4414-942D-3BC9C2AE2F51}" dt="2026-08-31T13:39:56.820" v="4" actId="34807"/>
          <ac:spMkLst>
            <pc:docMk/>
            <pc:sldMk cId="3927712660" sldId="2147479560"/>
            <ac:spMk id="7" creationId="{72586467-7936-4E76-9180-189FF966B546}"/>
          </ac:spMkLst>
        </pc:spChg>
        <pc:spChg chg="del mod">
          <ac:chgData name="" userId="" providerId="" clId="Web-{BAEA929E-B8FE-4414-942D-3BC9C2AE2F51}" dt="2026-08-31T13:39:56.820" v="4" actId="34807"/>
          <ac:spMkLst>
            <pc:docMk/>
            <pc:sldMk cId="3927712660" sldId="2147479560"/>
            <ac:spMk id="14" creationId="{12F57858-903C-46A9-9906-73E81D0FC7B7}"/>
          </ac:spMkLst>
        </pc:spChg>
        <pc:spChg chg="del mod">
          <ac:chgData name="" userId="" providerId="" clId="Web-{BAEA929E-B8FE-4414-942D-3BC9C2AE2F51}" dt="2026-08-31T13:39:56.820" v="4" actId="34807"/>
          <ac:spMkLst>
            <pc:docMk/>
            <pc:sldMk cId="3927712660" sldId="2147479560"/>
            <ac:spMk id="15" creationId="{2FF092BA-E74B-41E0-B979-21F5F7022827}"/>
          </ac:spMkLst>
        </pc:spChg>
        <pc:spChg chg="mod">
          <ac:chgData name="" userId="" providerId="" clId="Web-{BAEA929E-B8FE-4414-942D-3BC9C2AE2F51}" dt="2026-08-31T13:45:51.509" v="6" actId="34807"/>
          <ac:spMkLst>
            <pc:docMk/>
            <pc:sldMk cId="3927712660" sldId="2147479560"/>
            <ac:spMk id="47" creationId="{1F301958-DE5F-4AB2-97F9-69B1699A128E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3927712660" sldId="2147479560"/>
            <ac:spMk id="50" creationId="{4FCE6A9F-5791-AB81-6954-582EEC760CD8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3927712660" sldId="2147479560"/>
            <ac:spMk id="51" creationId="{C2F21F59-7720-5CCC-3D47-AA1397C8B929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3927712660" sldId="2147479560"/>
            <ac:spMk id="52" creationId="{E1DA4CC2-48DA-D77A-A4EA-16E907FA5F45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3927712660" sldId="2147479560"/>
            <ac:spMk id="53" creationId="{465EF5F4-4384-06D1-3B9A-D2CE6D259A08}"/>
          </ac:spMkLst>
        </pc:spChg>
        <pc:spChg chg="add mod">
          <ac:chgData name="" userId="" providerId="" clId="Web-{BAEA929E-B8FE-4414-942D-3BC9C2AE2F51}" dt="2026-08-31T13:40:11.804" v="5" actId="34807"/>
          <ac:spMkLst>
            <pc:docMk/>
            <pc:sldMk cId="3927712660" sldId="2147479560"/>
            <ac:spMk id="54" creationId="{13829386-315D-622E-4457-41CFBFCDD9E6}"/>
          </ac:spMkLst>
        </pc:spChg>
        <pc:spChg chg="add mod">
          <ac:chgData name="" userId="" providerId="" clId="Web-{BAEA929E-B8FE-4414-942D-3BC9C2AE2F51}" dt="2026-08-31T13:45:51.509" v="6" actId="34807"/>
          <ac:spMkLst>
            <pc:docMk/>
            <pc:sldMk cId="3927712660" sldId="2147479560"/>
            <ac:spMk id="58" creationId="{EFD1BB13-8EE0-FA83-0558-59A37461BBA3}"/>
          </ac:spMkLst>
        </pc:spChg>
      </pc:sldChg>
    </pc:docChg>
  </pc:docChgLst>
  <pc:docChgLst>
    <pc:chgData clId="Web-{4786E6A6-E040-45C4-B00D-5D9ABD46D662}"/>
    <pc:docChg chg="addSld modSection">
      <pc:chgData name="" userId="" providerId="" clId="Web-{4786E6A6-E040-45C4-B00D-5D9ABD46D662}" dt="2026-08-31T13:34:34.185" v="0" actId="34807"/>
      <pc:docMkLst>
        <pc:docMk/>
      </pc:docMkLst>
      <pc:sldChg chg="add">
        <pc:chgData name="" userId="" providerId="" clId="Web-{4786E6A6-E040-45C4-B00D-5D9ABD46D662}" dt="2026-08-31T13:34:34.185" v="0" actId="34807"/>
        <pc:sldMkLst>
          <pc:docMk/>
          <pc:sldMk cId="424835366" sldId="2147479559"/>
        </pc:sldMkLst>
      </pc:sldChg>
      <pc:sldChg chg="add replId">
        <pc:chgData name="" userId="" providerId="" clId="Web-{4786E6A6-E040-45C4-B00D-5D9ABD46D662}" dt="2026-08-31T13:34:34.185" v="0" actId="34807"/>
        <pc:sldMkLst>
          <pc:docMk/>
          <pc:sldMk cId="1351786693" sldId="2147479560"/>
        </pc:sldMkLst>
      </pc:sldChg>
    </pc:docChg>
  </pc:docChgLst>
  <pc:docChgLst>
    <pc:chgData name="J.R. Tripp" userId="1e9c0cda-5a76-4c3f-aaed-007d51c564bc" providerId="ADAL" clId="{22CF84E8-8725-4218-8B63-0D8462E2F95F}"/>
    <pc:docChg chg="modSld sldOrd modSection">
      <pc:chgData name="J.R. Tripp" userId="1e9c0cda-5a76-4c3f-aaed-007d51c564bc" providerId="ADAL" clId="{22CF84E8-8725-4218-8B63-0D8462E2F95F}" dt="2026-08-24T17:59:32.456" v="1"/>
      <pc:docMkLst>
        <pc:docMk/>
      </pc:docMkLst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974984457" sldId="2147479495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4100305181" sldId="2147479497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32665288" sldId="2147479498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155581143" sldId="2147479499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4015317989" sldId="2147479500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409802525" sldId="2147479501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28951492" sldId="2147479502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646423119" sldId="2147479503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520742474" sldId="2147479504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999596977" sldId="2147479505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62669437" sldId="2147479506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818648923" sldId="2147479507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897816885" sldId="2147479508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880757510" sldId="2147479509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64440782" sldId="2147479510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899114434" sldId="2147479511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88447189" sldId="2147479512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238355401" sldId="2147479513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992094046" sldId="2147479514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929235630" sldId="2147479515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680403334" sldId="2147479517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985778547" sldId="2147479518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290045411" sldId="2147479519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701936818" sldId="2147479520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60104168" sldId="2147479521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99522444" sldId="2147479522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796730512" sldId="2147479523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996231841" sldId="2147479525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782770375" sldId="2147479526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3845718885" sldId="2147479530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895965745" sldId="2147479539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150240675" sldId="2147479541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2923959522" sldId="2147479553"/>
        </pc:sldMkLst>
      </pc:sldChg>
      <pc:sldChg chg="ord">
        <pc:chgData name="J.R. Tripp" userId="1e9c0cda-5a76-4c3f-aaed-007d51c564bc" providerId="ADAL" clId="{22CF84E8-8725-4218-8B63-0D8462E2F95F}" dt="2026-08-24T17:59:32.456" v="1"/>
        <pc:sldMkLst>
          <pc:docMk/>
          <pc:sldMk cId="1684543250" sldId="2147479554"/>
        </pc:sldMkLst>
      </pc:sldChg>
    </pc:docChg>
  </pc:docChgLst>
  <pc:docChgLst>
    <pc:chgData clId="Web-{44785E56-6386-4FD1-8F64-ED3089F00464}"/>
    <pc:docChg chg="addSld delSld modSld modSection">
      <pc:chgData name="" userId="" providerId="" clId="Web-{44785E56-6386-4FD1-8F64-ED3089F00464}" dt="2026-08-31T13:36:34.907" v="2" actId="34807"/>
      <pc:docMkLst>
        <pc:docMk/>
      </pc:docMkLst>
      <pc:sldChg chg="del">
        <pc:chgData name="" userId="" providerId="" clId="Web-{44785E56-6386-4FD1-8F64-ED3089F00464}" dt="2026-08-31T13:36:29.204" v="1" actId="34807"/>
        <pc:sldMkLst>
          <pc:docMk/>
          <pc:sldMk cId="424835366" sldId="2147479559"/>
        </pc:sldMkLst>
      </pc:sldChg>
      <pc:sldChg chg="add">
        <pc:chgData name="" userId="" providerId="" clId="Web-{44785E56-6386-4FD1-8F64-ED3089F00464}" dt="2026-08-31T13:36:34.907" v="2" actId="34807"/>
        <pc:sldMkLst>
          <pc:docMk/>
          <pc:sldMk cId="2260810091" sldId="2147479559"/>
        </pc:sldMkLst>
      </pc:sldChg>
      <pc:sldChg chg="modSp del modNotesTx">
        <pc:chgData name="" userId="" providerId="" clId="Web-{44785E56-6386-4FD1-8F64-ED3089F00464}" dt="2026-08-31T13:36:29.204" v="1" actId="34807"/>
        <pc:sldMkLst>
          <pc:docMk/>
          <pc:sldMk cId="1351786693" sldId="2147479560"/>
        </pc:sldMkLst>
        <pc:spChg chg="mod">
          <ac:chgData name="" userId="" providerId="" clId="Web-{44785E56-6386-4FD1-8F64-ED3089F00464}" dt="2026-08-31T13:35:03.699" v="0" actId="34807"/>
          <ac:spMkLst>
            <pc:docMk/>
            <pc:sldMk cId="1351786693" sldId="2147479560"/>
            <ac:spMk id="4" creationId="{C48A2588-DEEF-4466-B489-C48555FD0A80}"/>
          </ac:spMkLst>
        </pc:spChg>
        <pc:spChg chg="mod">
          <ac:chgData name="" userId="" providerId="" clId="Web-{44785E56-6386-4FD1-8F64-ED3089F00464}" dt="2026-08-31T13:35:03.699" v="0" actId="34807"/>
          <ac:spMkLst>
            <pc:docMk/>
            <pc:sldMk cId="1351786693" sldId="2147479560"/>
            <ac:spMk id="5" creationId="{856881EA-0B91-4897-8A3A-ED859EA8E9F5}"/>
          </ac:spMkLst>
        </pc:spChg>
        <pc:spChg chg="mod">
          <ac:chgData name="" userId="" providerId="" clId="Web-{44785E56-6386-4FD1-8F64-ED3089F00464}" dt="2026-08-31T13:35:03.699" v="0" actId="34807"/>
          <ac:spMkLst>
            <pc:docMk/>
            <pc:sldMk cId="1351786693" sldId="2147479560"/>
            <ac:spMk id="6" creationId="{7FADB5E4-83CF-47EF-AC04-3689C7951EBE}"/>
          </ac:spMkLst>
        </pc:spChg>
        <pc:spChg chg="mod">
          <ac:chgData name="" userId="" providerId="" clId="Web-{44785E56-6386-4FD1-8F64-ED3089F00464}" dt="2026-08-31T13:35:03.699" v="0" actId="34807"/>
          <ac:spMkLst>
            <pc:docMk/>
            <pc:sldMk cId="1351786693" sldId="2147479560"/>
            <ac:spMk id="7" creationId="{72586467-7936-4E76-9180-189FF966B546}"/>
          </ac:spMkLst>
        </pc:spChg>
        <pc:spChg chg="mod">
          <ac:chgData name="" userId="" providerId="" clId="Web-{44785E56-6386-4FD1-8F64-ED3089F00464}" dt="2026-08-31T13:35:03.699" v="0" actId="34807"/>
          <ac:spMkLst>
            <pc:docMk/>
            <pc:sldMk cId="1351786693" sldId="2147479560"/>
            <ac:spMk id="47" creationId="{1F301958-DE5F-4AB2-97F9-69B1699A12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10/1/2026 2:43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9704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Caldova is a fictional pharmaceutical company. Its assistant supports the communications and social media team by drafting posts that promote products from a supplied catalog. File Search grounds product details in pharmaceutical_products.json; Web Search adds timely context such as seasons, awareness days, customer needs and current topics. Guardrail: product names, categories, prices and other catalog facts must come from File Search, and the agent never invents product facts or adds unsupported medical or efficacy claims.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10/1/2026 2:43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9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stack behind the </a:t>
            </a:r>
            <a:r>
              <a:rPr lang="en-US" dirty="0" err="1"/>
              <a:t>Caldova</a:t>
            </a:r>
            <a:r>
              <a:rPr lang="en-US" dirty="0"/>
              <a:t> assistant: GitHub Copilot drives the development loop in VS Code; the Microsoft Foundry skill gives Copilot Foundry-specific knowledge so the generated code follows current Foundry patterns; the Foundry Toolkit sets up and manages the Foundry resources, models and agent tools (File Search and Web Search) the agent uses at run time.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10/1/2026 2:43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21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9D36-B736-1499-B928-3593F1A3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E166C-E221-850F-6D47-0DE30AE02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E7A4A-CB6A-1ECD-9E57-B703DD57D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B761569-BD60-464B-BA73-EE342FF4D3B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446B-4FCC-3891-F7BB-770A68BD72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2000F8-1181-B6DF-7357-38CC2DF82F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10/1/2026 2:43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8F81C-DED0-3648-D1F8-75A2247F6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07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6F5673-27D5-8494-291A-0C7F83EDF46D}"/>
              </a:ext>
            </a:extLst>
          </p:cNvPr>
          <p:cNvSpPr/>
          <p:nvPr userDrawn="1"/>
        </p:nvSpPr>
        <p:spPr>
          <a:xfrm>
            <a:off x="536575" y="2458622"/>
            <a:ext cx="3865501" cy="1703804"/>
          </a:xfrm>
          <a:custGeom>
            <a:avLst/>
            <a:gdLst>
              <a:gd name="csX0" fmla="*/ 542449 w 3308032"/>
              <a:gd name="csY0" fmla="*/ 193548 h 1458087"/>
              <a:gd name="csX1" fmla="*/ 543401 w 3308032"/>
              <a:gd name="csY1" fmla="*/ 149066 h 1458087"/>
              <a:gd name="csX2" fmla="*/ 541211 w 3308032"/>
              <a:gd name="csY2" fmla="*/ 149066 h 1458087"/>
              <a:gd name="csX3" fmla="*/ 534924 w 3308032"/>
              <a:gd name="csY3" fmla="*/ 168593 h 1458087"/>
              <a:gd name="csX4" fmla="*/ 528257 w 3308032"/>
              <a:gd name="csY4" fmla="*/ 186309 h 1458087"/>
              <a:gd name="csX5" fmla="*/ 374618 w 3308032"/>
              <a:gd name="csY5" fmla="*/ 572929 h 1458087"/>
              <a:gd name="csX6" fmla="*/ 310229 w 3308032"/>
              <a:gd name="csY6" fmla="*/ 572929 h 1458087"/>
              <a:gd name="csX7" fmla="*/ 155448 w 3308032"/>
              <a:gd name="csY7" fmla="*/ 189738 h 1458087"/>
              <a:gd name="csX8" fmla="*/ 149352 w 3308032"/>
              <a:gd name="csY8" fmla="*/ 172402 h 1458087"/>
              <a:gd name="csX9" fmla="*/ 141351 w 3308032"/>
              <a:gd name="csY9" fmla="*/ 149162 h 1458087"/>
              <a:gd name="csX10" fmla="*/ 139160 w 3308032"/>
              <a:gd name="csY10" fmla="*/ 149162 h 1458087"/>
              <a:gd name="csX11" fmla="*/ 140303 w 3308032"/>
              <a:gd name="csY11" fmla="*/ 195834 h 1458087"/>
              <a:gd name="csX12" fmla="*/ 140684 w 3308032"/>
              <a:gd name="csY12" fmla="*/ 246602 h 1458087"/>
              <a:gd name="csX13" fmla="*/ 140684 w 3308032"/>
              <a:gd name="csY13" fmla="*/ 572929 h 1458087"/>
              <a:gd name="csX14" fmla="*/ 55817 w 3308032"/>
              <a:gd name="csY14" fmla="*/ 572929 h 1458087"/>
              <a:gd name="csX15" fmla="*/ 55817 w 3308032"/>
              <a:gd name="csY15" fmla="*/ 39338 h 1458087"/>
              <a:gd name="csX16" fmla="*/ 185642 w 3308032"/>
              <a:gd name="csY16" fmla="*/ 39338 h 1458087"/>
              <a:gd name="csX17" fmla="*/ 322231 w 3308032"/>
              <a:gd name="csY17" fmla="*/ 383477 h 1458087"/>
              <a:gd name="csX18" fmla="*/ 334709 w 3308032"/>
              <a:gd name="csY18" fmla="*/ 415671 h 1458087"/>
              <a:gd name="csX19" fmla="*/ 343853 w 3308032"/>
              <a:gd name="csY19" fmla="*/ 444913 h 1458087"/>
              <a:gd name="csX20" fmla="*/ 346043 w 3308032"/>
              <a:gd name="csY20" fmla="*/ 444913 h 1458087"/>
              <a:gd name="csX21" fmla="*/ 358140 w 3308032"/>
              <a:gd name="csY21" fmla="*/ 412528 h 1458087"/>
              <a:gd name="csX22" fmla="*/ 369475 w 3308032"/>
              <a:gd name="csY22" fmla="*/ 382429 h 1458087"/>
              <a:gd name="csX23" fmla="*/ 507873 w 3308032"/>
              <a:gd name="csY23" fmla="*/ 39338 h 1458087"/>
              <a:gd name="csX24" fmla="*/ 632555 w 3308032"/>
              <a:gd name="csY24" fmla="*/ 39338 h 1458087"/>
              <a:gd name="csX25" fmla="*/ 632555 w 3308032"/>
              <a:gd name="csY25" fmla="*/ 572929 h 1458087"/>
              <a:gd name="csX26" fmla="*/ 542163 w 3308032"/>
              <a:gd name="csY26" fmla="*/ 572929 h 1458087"/>
              <a:gd name="csX27" fmla="*/ 542163 w 3308032"/>
              <a:gd name="csY27" fmla="*/ 234315 h 1458087"/>
              <a:gd name="csX28" fmla="*/ 542735 w 3308032"/>
              <a:gd name="csY28" fmla="*/ 193548 h 1458087"/>
              <a:gd name="csX29" fmla="*/ 768001 w 3308032"/>
              <a:gd name="csY29" fmla="*/ 14383 h 1458087"/>
              <a:gd name="csX30" fmla="*/ 728567 w 3308032"/>
              <a:gd name="csY30" fmla="*/ 29623 h 1458087"/>
              <a:gd name="csX31" fmla="*/ 713327 w 3308032"/>
              <a:gd name="csY31" fmla="*/ 67247 h 1458087"/>
              <a:gd name="csX32" fmla="*/ 728567 w 3308032"/>
              <a:gd name="csY32" fmla="*/ 104966 h 1458087"/>
              <a:gd name="csX33" fmla="*/ 768001 w 3308032"/>
              <a:gd name="csY33" fmla="*/ 120777 h 1458087"/>
              <a:gd name="csX34" fmla="*/ 808196 w 3308032"/>
              <a:gd name="csY34" fmla="*/ 105537 h 1458087"/>
              <a:gd name="csX35" fmla="*/ 823436 w 3308032"/>
              <a:gd name="csY35" fmla="*/ 67627 h 1458087"/>
              <a:gd name="csX36" fmla="*/ 808196 w 3308032"/>
              <a:gd name="csY36" fmla="*/ 29718 h 1458087"/>
              <a:gd name="csX37" fmla="*/ 768001 w 3308032"/>
              <a:gd name="csY37" fmla="*/ 14478 h 1458087"/>
              <a:gd name="csX38" fmla="*/ 723329 w 3308032"/>
              <a:gd name="csY38" fmla="*/ 572834 h 1458087"/>
              <a:gd name="csX39" fmla="*/ 812292 w 3308032"/>
              <a:gd name="csY39" fmla="*/ 572834 h 1458087"/>
              <a:gd name="csX40" fmla="*/ 812292 w 3308032"/>
              <a:gd name="csY40" fmla="*/ 191834 h 1458087"/>
              <a:gd name="csX41" fmla="*/ 723329 w 3308032"/>
              <a:gd name="csY41" fmla="*/ 191834 h 1458087"/>
              <a:gd name="csX42" fmla="*/ 723329 w 3308032"/>
              <a:gd name="csY42" fmla="*/ 572834 h 1458087"/>
              <a:gd name="csX43" fmla="*/ 1079278 w 3308032"/>
              <a:gd name="csY43" fmla="*/ 581787 h 1458087"/>
              <a:gd name="csX44" fmla="*/ 1169099 w 3308032"/>
              <a:gd name="csY44" fmla="*/ 561689 h 1458087"/>
              <a:gd name="csX45" fmla="*/ 1234726 w 3308032"/>
              <a:gd name="csY45" fmla="*/ 500253 h 1458087"/>
              <a:gd name="csX46" fmla="*/ 1165860 w 3308032"/>
              <a:gd name="csY46" fmla="*/ 461582 h 1458087"/>
              <a:gd name="csX47" fmla="*/ 1127951 w 3308032"/>
              <a:gd name="csY47" fmla="*/ 497110 h 1458087"/>
              <a:gd name="csX48" fmla="*/ 1081469 w 3308032"/>
              <a:gd name="csY48" fmla="*/ 507683 h 1458087"/>
              <a:gd name="csX49" fmla="*/ 1004126 w 3308032"/>
              <a:gd name="csY49" fmla="*/ 475298 h 1458087"/>
              <a:gd name="csX50" fmla="*/ 975074 w 3308032"/>
              <a:gd name="csY50" fmla="*/ 383000 h 1458087"/>
              <a:gd name="csX51" fmla="*/ 1004506 w 3308032"/>
              <a:gd name="csY51" fmla="*/ 288512 h 1458087"/>
              <a:gd name="csX52" fmla="*/ 1079278 w 3308032"/>
              <a:gd name="csY52" fmla="*/ 254699 h 1458087"/>
              <a:gd name="csX53" fmla="*/ 1125379 w 3308032"/>
              <a:gd name="csY53" fmla="*/ 265462 h 1458087"/>
              <a:gd name="csX54" fmla="*/ 1162622 w 3308032"/>
              <a:gd name="csY54" fmla="*/ 301943 h 1458087"/>
              <a:gd name="csX55" fmla="*/ 1232535 w 3308032"/>
              <a:gd name="csY55" fmla="*/ 267367 h 1458087"/>
              <a:gd name="csX56" fmla="*/ 1172432 w 3308032"/>
              <a:gd name="csY56" fmla="*/ 204311 h 1458087"/>
              <a:gd name="csX57" fmla="*/ 1082231 w 3308032"/>
              <a:gd name="csY57" fmla="*/ 182880 h 1458087"/>
              <a:gd name="csX58" fmla="*/ 939356 w 3308032"/>
              <a:gd name="csY58" fmla="*/ 238125 h 1458087"/>
              <a:gd name="csX59" fmla="*/ 884301 w 3308032"/>
              <a:gd name="csY59" fmla="*/ 389001 h 1458087"/>
              <a:gd name="csX60" fmla="*/ 936022 w 3308032"/>
              <a:gd name="csY60" fmla="*/ 528923 h 1458087"/>
              <a:gd name="csX61" fmla="*/ 1079278 w 3308032"/>
              <a:gd name="csY61" fmla="*/ 581787 h 1458087"/>
              <a:gd name="csX62" fmla="*/ 1393031 w 3308032"/>
              <a:gd name="csY62" fmla="*/ 384524 h 1458087"/>
              <a:gd name="csX63" fmla="*/ 1416653 w 3308032"/>
              <a:gd name="csY63" fmla="*/ 296323 h 1458087"/>
              <a:gd name="csX64" fmla="*/ 1478566 w 3308032"/>
              <a:gd name="csY64" fmla="*/ 262795 h 1458087"/>
              <a:gd name="csX65" fmla="*/ 1501807 w 3308032"/>
              <a:gd name="csY65" fmla="*/ 265176 h 1458087"/>
              <a:gd name="csX66" fmla="*/ 1523619 w 3308032"/>
              <a:gd name="csY66" fmla="*/ 271653 h 1458087"/>
              <a:gd name="csX67" fmla="*/ 1547432 w 3308032"/>
              <a:gd name="csY67" fmla="*/ 195739 h 1458087"/>
              <a:gd name="csX68" fmla="*/ 1521047 w 3308032"/>
              <a:gd name="csY68" fmla="*/ 187166 h 1458087"/>
              <a:gd name="csX69" fmla="*/ 1494282 w 3308032"/>
              <a:gd name="csY69" fmla="*/ 184975 h 1458087"/>
              <a:gd name="csX70" fmla="*/ 1433989 w 3308032"/>
              <a:gd name="csY70" fmla="*/ 204502 h 1458087"/>
              <a:gd name="csX71" fmla="*/ 1394555 w 3308032"/>
              <a:gd name="csY71" fmla="*/ 260509 h 1458087"/>
              <a:gd name="csX72" fmla="*/ 1393031 w 3308032"/>
              <a:gd name="csY72" fmla="*/ 260509 h 1458087"/>
              <a:gd name="csX73" fmla="*/ 1393031 w 3308032"/>
              <a:gd name="csY73" fmla="*/ 191643 h 1458087"/>
              <a:gd name="csX74" fmla="*/ 1304068 w 3308032"/>
              <a:gd name="csY74" fmla="*/ 191643 h 1458087"/>
              <a:gd name="csX75" fmla="*/ 1304068 w 3308032"/>
              <a:gd name="csY75" fmla="*/ 572643 h 1458087"/>
              <a:gd name="csX76" fmla="*/ 1393031 w 3308032"/>
              <a:gd name="csY76" fmla="*/ 572643 h 1458087"/>
              <a:gd name="csX77" fmla="*/ 1393031 w 3308032"/>
              <a:gd name="csY77" fmla="*/ 384334 h 1458087"/>
              <a:gd name="csX78" fmla="*/ 1621917 w 3308032"/>
              <a:gd name="csY78" fmla="*/ 528542 h 1458087"/>
              <a:gd name="csX79" fmla="*/ 1568482 w 3308032"/>
              <a:gd name="csY79" fmla="*/ 385286 h 1458087"/>
              <a:gd name="csX80" fmla="*/ 1625060 w 3308032"/>
              <a:gd name="csY80" fmla="*/ 238506 h 1458087"/>
              <a:gd name="csX81" fmla="*/ 1771269 w 3308032"/>
              <a:gd name="csY81" fmla="*/ 182880 h 1458087"/>
              <a:gd name="csX82" fmla="*/ 1914335 w 3308032"/>
              <a:gd name="csY82" fmla="*/ 237554 h 1458087"/>
              <a:gd name="csX83" fmla="*/ 1966627 w 3308032"/>
              <a:gd name="csY83" fmla="*/ 378905 h 1458087"/>
              <a:gd name="csX84" fmla="*/ 1911572 w 3308032"/>
              <a:gd name="csY84" fmla="*/ 524542 h 1458087"/>
              <a:gd name="csX85" fmla="*/ 1766126 w 3308032"/>
              <a:gd name="csY85" fmla="*/ 581692 h 1458087"/>
              <a:gd name="csX86" fmla="*/ 1621917 w 3308032"/>
              <a:gd name="csY86" fmla="*/ 528447 h 1458087"/>
              <a:gd name="csX87" fmla="*/ 1659350 w 3308032"/>
              <a:gd name="csY87" fmla="*/ 383477 h 1458087"/>
              <a:gd name="csX88" fmla="*/ 1688973 w 3308032"/>
              <a:gd name="csY88" fmla="*/ 476155 h 1458087"/>
              <a:gd name="csX89" fmla="*/ 1769555 w 3308032"/>
              <a:gd name="csY89" fmla="*/ 509969 h 1458087"/>
              <a:gd name="csX90" fmla="*/ 1847850 w 3308032"/>
              <a:gd name="csY90" fmla="*/ 475012 h 1458087"/>
              <a:gd name="csX91" fmla="*/ 1875568 w 3308032"/>
              <a:gd name="csY91" fmla="*/ 381286 h 1458087"/>
              <a:gd name="csX92" fmla="*/ 1847660 w 3308032"/>
              <a:gd name="csY92" fmla="*/ 289750 h 1458087"/>
              <a:gd name="csX93" fmla="*/ 1769174 w 3308032"/>
              <a:gd name="csY93" fmla="*/ 255175 h 1458087"/>
              <a:gd name="csX94" fmla="*/ 1689354 w 3308032"/>
              <a:gd name="csY94" fmla="*/ 290894 h 1458087"/>
              <a:gd name="csX95" fmla="*/ 1659446 w 3308032"/>
              <a:gd name="csY95" fmla="*/ 383572 h 1458087"/>
              <a:gd name="csX96" fmla="*/ 2267426 w 3308032"/>
              <a:gd name="csY96" fmla="*/ 547878 h 1458087"/>
              <a:gd name="csX97" fmla="*/ 2308003 w 3308032"/>
              <a:gd name="csY97" fmla="*/ 458915 h 1458087"/>
              <a:gd name="csX98" fmla="*/ 2276761 w 3308032"/>
              <a:gd name="csY98" fmla="*/ 380048 h 1458087"/>
              <a:gd name="csX99" fmla="*/ 2182273 w 3308032"/>
              <a:gd name="csY99" fmla="*/ 339471 h 1458087"/>
              <a:gd name="csX100" fmla="*/ 2127028 w 3308032"/>
              <a:gd name="csY100" fmla="*/ 321278 h 1458087"/>
              <a:gd name="csX101" fmla="*/ 2112359 w 3308032"/>
              <a:gd name="csY101" fmla="*/ 292227 h 1458087"/>
              <a:gd name="csX102" fmla="*/ 2126456 w 3308032"/>
              <a:gd name="csY102" fmla="*/ 261366 h 1458087"/>
              <a:gd name="csX103" fmla="*/ 2167795 w 3308032"/>
              <a:gd name="csY103" fmla="*/ 249460 h 1458087"/>
              <a:gd name="csX104" fmla="*/ 2211515 w 3308032"/>
              <a:gd name="csY104" fmla="*/ 258413 h 1458087"/>
              <a:gd name="csX105" fmla="*/ 2247043 w 3308032"/>
              <a:gd name="csY105" fmla="*/ 285179 h 1458087"/>
              <a:gd name="csX106" fmla="*/ 2298764 w 3308032"/>
              <a:gd name="csY106" fmla="*/ 238316 h 1458087"/>
              <a:gd name="csX107" fmla="*/ 2243328 w 3308032"/>
              <a:gd name="csY107" fmla="*/ 196596 h 1458087"/>
              <a:gd name="csX108" fmla="*/ 2170367 w 3308032"/>
              <a:gd name="csY108" fmla="*/ 182785 h 1458087"/>
              <a:gd name="csX109" fmla="*/ 2069211 w 3308032"/>
              <a:gd name="csY109" fmla="*/ 214598 h 1458087"/>
              <a:gd name="csX110" fmla="*/ 2029015 w 3308032"/>
              <a:gd name="csY110" fmla="*/ 302228 h 1458087"/>
              <a:gd name="csX111" fmla="*/ 2058638 w 3308032"/>
              <a:gd name="csY111" fmla="*/ 375380 h 1458087"/>
              <a:gd name="csX112" fmla="*/ 2163032 w 3308032"/>
              <a:gd name="csY112" fmla="*/ 417957 h 1458087"/>
              <a:gd name="csX113" fmla="*/ 2208943 w 3308032"/>
              <a:gd name="csY113" fmla="*/ 435959 h 1458087"/>
              <a:gd name="csX114" fmla="*/ 2224373 w 3308032"/>
              <a:gd name="csY114" fmla="*/ 467011 h 1458087"/>
              <a:gd name="csX115" fmla="*/ 2207990 w 3308032"/>
              <a:gd name="csY115" fmla="*/ 502158 h 1458087"/>
              <a:gd name="csX116" fmla="*/ 2162271 w 3308032"/>
              <a:gd name="csY116" fmla="*/ 514636 h 1458087"/>
              <a:gd name="csX117" fmla="*/ 2112645 w 3308032"/>
              <a:gd name="csY117" fmla="*/ 502920 h 1458087"/>
              <a:gd name="csX118" fmla="*/ 2068163 w 3308032"/>
              <a:gd name="csY118" fmla="*/ 463677 h 1458087"/>
              <a:gd name="csX119" fmla="*/ 2014633 w 3308032"/>
              <a:gd name="csY119" fmla="*/ 511683 h 1458087"/>
              <a:gd name="csX120" fmla="*/ 2074926 w 3308032"/>
              <a:gd name="csY120" fmla="*/ 563785 h 1458087"/>
              <a:gd name="csX121" fmla="*/ 2161604 w 3308032"/>
              <a:gd name="csY121" fmla="*/ 581692 h 1458087"/>
              <a:gd name="csX122" fmla="*/ 2267617 w 3308032"/>
              <a:gd name="csY122" fmla="*/ 547878 h 1458087"/>
              <a:gd name="csX123" fmla="*/ 2717292 w 3308032"/>
              <a:gd name="csY123" fmla="*/ 237554 h 1458087"/>
              <a:gd name="csX124" fmla="*/ 2769584 w 3308032"/>
              <a:gd name="csY124" fmla="*/ 378905 h 1458087"/>
              <a:gd name="csX125" fmla="*/ 2714530 w 3308032"/>
              <a:gd name="csY125" fmla="*/ 524542 h 1458087"/>
              <a:gd name="csX126" fmla="*/ 2569083 w 3308032"/>
              <a:gd name="csY126" fmla="*/ 581692 h 1458087"/>
              <a:gd name="csX127" fmla="*/ 2424875 w 3308032"/>
              <a:gd name="csY127" fmla="*/ 528447 h 1458087"/>
              <a:gd name="csX128" fmla="*/ 2371439 w 3308032"/>
              <a:gd name="csY128" fmla="*/ 385191 h 1458087"/>
              <a:gd name="csX129" fmla="*/ 2428018 w 3308032"/>
              <a:gd name="csY129" fmla="*/ 238411 h 1458087"/>
              <a:gd name="csX130" fmla="*/ 2574227 w 3308032"/>
              <a:gd name="csY130" fmla="*/ 182785 h 1458087"/>
              <a:gd name="csX131" fmla="*/ 2717292 w 3308032"/>
              <a:gd name="csY131" fmla="*/ 237458 h 1458087"/>
              <a:gd name="csX132" fmla="*/ 2678430 w 3308032"/>
              <a:gd name="csY132" fmla="*/ 381191 h 1458087"/>
              <a:gd name="csX133" fmla="*/ 2650522 w 3308032"/>
              <a:gd name="csY133" fmla="*/ 289655 h 1458087"/>
              <a:gd name="csX134" fmla="*/ 2572036 w 3308032"/>
              <a:gd name="csY134" fmla="*/ 255079 h 1458087"/>
              <a:gd name="csX135" fmla="*/ 2492216 w 3308032"/>
              <a:gd name="csY135" fmla="*/ 290798 h 1458087"/>
              <a:gd name="csX136" fmla="*/ 2462308 w 3308032"/>
              <a:gd name="csY136" fmla="*/ 383477 h 1458087"/>
              <a:gd name="csX137" fmla="*/ 2491931 w 3308032"/>
              <a:gd name="csY137" fmla="*/ 476155 h 1458087"/>
              <a:gd name="csX138" fmla="*/ 2572512 w 3308032"/>
              <a:gd name="csY138" fmla="*/ 509969 h 1458087"/>
              <a:gd name="csX139" fmla="*/ 2650808 w 3308032"/>
              <a:gd name="csY139" fmla="*/ 475012 h 1458087"/>
              <a:gd name="csX140" fmla="*/ 2678525 w 3308032"/>
              <a:gd name="csY140" fmla="*/ 381286 h 1458087"/>
              <a:gd name="csX141" fmla="*/ 3280410 w 3308032"/>
              <a:gd name="csY141" fmla="*/ 494729 h 1458087"/>
              <a:gd name="csX142" fmla="*/ 3257360 w 3308032"/>
              <a:gd name="csY142" fmla="*/ 507397 h 1458087"/>
              <a:gd name="csX143" fmla="*/ 3236500 w 3308032"/>
              <a:gd name="csY143" fmla="*/ 511112 h 1458087"/>
              <a:gd name="csX144" fmla="*/ 3205258 w 3308032"/>
              <a:gd name="csY144" fmla="*/ 497872 h 1458087"/>
              <a:gd name="csX145" fmla="*/ 3194114 w 3308032"/>
              <a:gd name="csY145" fmla="*/ 456724 h 1458087"/>
              <a:gd name="csX146" fmla="*/ 3194114 w 3308032"/>
              <a:gd name="csY146" fmla="*/ 260985 h 1458087"/>
              <a:gd name="csX147" fmla="*/ 3291269 w 3308032"/>
              <a:gd name="csY147" fmla="*/ 260985 h 1458087"/>
              <a:gd name="csX148" fmla="*/ 3291269 w 3308032"/>
              <a:gd name="csY148" fmla="*/ 191738 h 1458087"/>
              <a:gd name="csX149" fmla="*/ 3194114 w 3308032"/>
              <a:gd name="csY149" fmla="*/ 191738 h 1458087"/>
              <a:gd name="csX150" fmla="*/ 3194114 w 3308032"/>
              <a:gd name="csY150" fmla="*/ 82677 h 1458087"/>
              <a:gd name="csX151" fmla="*/ 3105150 w 3308032"/>
              <a:gd name="csY151" fmla="*/ 98298 h 1458087"/>
              <a:gd name="csX152" fmla="*/ 3105150 w 3308032"/>
              <a:gd name="csY152" fmla="*/ 191643 h 1458087"/>
              <a:gd name="csX153" fmla="*/ 2957227 w 3308032"/>
              <a:gd name="csY153" fmla="*/ 191643 h 1458087"/>
              <a:gd name="csX154" fmla="*/ 2957227 w 3308032"/>
              <a:gd name="csY154" fmla="*/ 130969 h 1458087"/>
              <a:gd name="csX155" fmla="*/ 2970086 w 3308032"/>
              <a:gd name="csY155" fmla="*/ 86297 h 1458087"/>
              <a:gd name="csX156" fmla="*/ 3006757 w 3308032"/>
              <a:gd name="csY156" fmla="*/ 71438 h 1458087"/>
              <a:gd name="csX157" fmla="*/ 3029236 w 3308032"/>
              <a:gd name="csY157" fmla="*/ 74962 h 1458087"/>
              <a:gd name="csX158" fmla="*/ 3049143 w 3308032"/>
              <a:gd name="csY158" fmla="*/ 84868 h 1458087"/>
              <a:gd name="csX159" fmla="*/ 3085624 w 3308032"/>
              <a:gd name="csY159" fmla="*/ 20479 h 1458087"/>
              <a:gd name="csX160" fmla="*/ 3045429 w 3308032"/>
              <a:gd name="csY160" fmla="*/ 5048 h 1458087"/>
              <a:gd name="csX161" fmla="*/ 3003042 w 3308032"/>
              <a:gd name="csY161" fmla="*/ 0 h 1458087"/>
              <a:gd name="csX162" fmla="*/ 2903887 w 3308032"/>
              <a:gd name="csY162" fmla="*/ 34957 h 1458087"/>
              <a:gd name="csX163" fmla="*/ 2868740 w 3308032"/>
              <a:gd name="csY163" fmla="*/ 130207 h 1458087"/>
              <a:gd name="csX164" fmla="*/ 2868740 w 3308032"/>
              <a:gd name="csY164" fmla="*/ 191643 h 1458087"/>
              <a:gd name="csX165" fmla="*/ 2803970 w 3308032"/>
              <a:gd name="csY165" fmla="*/ 191643 h 1458087"/>
              <a:gd name="csX166" fmla="*/ 2803970 w 3308032"/>
              <a:gd name="csY166" fmla="*/ 260890 h 1458087"/>
              <a:gd name="csX167" fmla="*/ 2868740 w 3308032"/>
              <a:gd name="csY167" fmla="*/ 260890 h 1458087"/>
              <a:gd name="csX168" fmla="*/ 2868740 w 3308032"/>
              <a:gd name="csY168" fmla="*/ 572643 h 1458087"/>
              <a:gd name="csX169" fmla="*/ 2957322 w 3308032"/>
              <a:gd name="csY169" fmla="*/ 572643 h 1458087"/>
              <a:gd name="csX170" fmla="*/ 2957322 w 3308032"/>
              <a:gd name="csY170" fmla="*/ 260890 h 1458087"/>
              <a:gd name="csX171" fmla="*/ 3105246 w 3308032"/>
              <a:gd name="csY171" fmla="*/ 260890 h 1458087"/>
              <a:gd name="csX172" fmla="*/ 3105246 w 3308032"/>
              <a:gd name="csY172" fmla="*/ 469297 h 1458087"/>
              <a:gd name="csX173" fmla="*/ 3133535 w 3308032"/>
              <a:gd name="csY173" fmla="*/ 553022 h 1458087"/>
              <a:gd name="csX174" fmla="*/ 3218021 w 3308032"/>
              <a:gd name="csY174" fmla="*/ 581692 h 1458087"/>
              <a:gd name="csX175" fmla="*/ 3269171 w 3308032"/>
              <a:gd name="csY175" fmla="*/ 574453 h 1458087"/>
              <a:gd name="csX176" fmla="*/ 3308033 w 3308032"/>
              <a:gd name="csY176" fmla="*/ 554926 h 1458087"/>
              <a:gd name="csX177" fmla="*/ 3280505 w 3308032"/>
              <a:gd name="csY177" fmla="*/ 494633 h 1458087"/>
              <a:gd name="csX178" fmla="*/ 301181 w 3308032"/>
              <a:gd name="csY178" fmla="*/ 915543 h 1458087"/>
              <a:gd name="csX179" fmla="*/ 497300 w 3308032"/>
              <a:gd name="csY179" fmla="*/ 1449134 h 1458087"/>
              <a:gd name="csX180" fmla="*/ 399860 w 3308032"/>
              <a:gd name="csY180" fmla="*/ 1449134 h 1458087"/>
              <a:gd name="csX181" fmla="*/ 354139 w 3308032"/>
              <a:gd name="csY181" fmla="*/ 1324166 h 1458087"/>
              <a:gd name="csX182" fmla="*/ 140970 w 3308032"/>
              <a:gd name="csY182" fmla="*/ 1324166 h 1458087"/>
              <a:gd name="csX183" fmla="*/ 97441 w 3308032"/>
              <a:gd name="csY183" fmla="*/ 1449134 h 1458087"/>
              <a:gd name="csX184" fmla="*/ 0 w 3308032"/>
              <a:gd name="csY184" fmla="*/ 1449134 h 1458087"/>
              <a:gd name="csX185" fmla="*/ 197930 w 3308032"/>
              <a:gd name="csY185" fmla="*/ 915543 h 1458087"/>
              <a:gd name="csX186" fmla="*/ 301371 w 3308032"/>
              <a:gd name="csY186" fmla="*/ 915543 h 1458087"/>
              <a:gd name="csX187" fmla="*/ 329851 w 3308032"/>
              <a:gd name="csY187" fmla="*/ 1247108 h 1458087"/>
              <a:gd name="csX188" fmla="*/ 257651 w 3308032"/>
              <a:gd name="csY188" fmla="*/ 1037654 h 1458087"/>
              <a:gd name="csX189" fmla="*/ 252984 w 3308032"/>
              <a:gd name="csY189" fmla="*/ 1022795 h 1458087"/>
              <a:gd name="csX190" fmla="*/ 248317 w 3308032"/>
              <a:gd name="csY190" fmla="*/ 1006412 h 1458087"/>
              <a:gd name="csX191" fmla="*/ 246126 w 3308032"/>
              <a:gd name="csY191" fmla="*/ 1006412 h 1458087"/>
              <a:gd name="csX192" fmla="*/ 241459 w 3308032"/>
              <a:gd name="csY192" fmla="*/ 1022223 h 1458087"/>
              <a:gd name="csX193" fmla="*/ 236411 w 3308032"/>
              <a:gd name="csY193" fmla="*/ 1037654 h 1458087"/>
              <a:gd name="csX194" fmla="*/ 164973 w 3308032"/>
              <a:gd name="csY194" fmla="*/ 1247108 h 1458087"/>
              <a:gd name="csX195" fmla="*/ 329756 w 3308032"/>
              <a:gd name="csY195" fmla="*/ 1247108 h 1458087"/>
              <a:gd name="csX196" fmla="*/ 557403 w 3308032"/>
              <a:gd name="csY196" fmla="*/ 1449134 h 1458087"/>
              <a:gd name="csX197" fmla="*/ 648557 w 3308032"/>
              <a:gd name="csY197" fmla="*/ 1449134 h 1458087"/>
              <a:gd name="csX198" fmla="*/ 648557 w 3308032"/>
              <a:gd name="csY198" fmla="*/ 915543 h 1458087"/>
              <a:gd name="csX199" fmla="*/ 557403 w 3308032"/>
              <a:gd name="csY199" fmla="*/ 915543 h 1458087"/>
              <a:gd name="csX200" fmla="*/ 557403 w 3308032"/>
              <a:gd name="csY200" fmla="*/ 1449134 h 1458087"/>
              <a:gd name="csX201" fmla="*/ 1271778 w 3308032"/>
              <a:gd name="csY201" fmla="*/ 915543 h 1458087"/>
              <a:gd name="csX202" fmla="*/ 883730 w 3308032"/>
              <a:gd name="csY202" fmla="*/ 915543 h 1458087"/>
              <a:gd name="csX203" fmla="*/ 883730 w 3308032"/>
              <a:gd name="csY203" fmla="*/ 992600 h 1458087"/>
              <a:gd name="csX204" fmla="*/ 1031843 w 3308032"/>
              <a:gd name="csY204" fmla="*/ 992600 h 1458087"/>
              <a:gd name="csX205" fmla="*/ 1031843 w 3308032"/>
              <a:gd name="csY205" fmla="*/ 1449134 h 1458087"/>
              <a:gd name="csX206" fmla="*/ 1122998 w 3308032"/>
              <a:gd name="csY206" fmla="*/ 1449134 h 1458087"/>
              <a:gd name="csX207" fmla="*/ 1122998 w 3308032"/>
              <a:gd name="csY207" fmla="*/ 992600 h 1458087"/>
              <a:gd name="csX208" fmla="*/ 1271778 w 3308032"/>
              <a:gd name="csY208" fmla="*/ 992600 h 1458087"/>
              <a:gd name="csX209" fmla="*/ 1271778 w 3308032"/>
              <a:gd name="csY209" fmla="*/ 915543 h 1458087"/>
              <a:gd name="csX210" fmla="*/ 1581340 w 3308032"/>
              <a:gd name="csY210" fmla="*/ 1113854 h 1458087"/>
              <a:gd name="csX211" fmla="*/ 1633633 w 3308032"/>
              <a:gd name="csY211" fmla="*/ 1255205 h 1458087"/>
              <a:gd name="csX212" fmla="*/ 1578578 w 3308032"/>
              <a:gd name="csY212" fmla="*/ 1400842 h 1458087"/>
              <a:gd name="csX213" fmla="*/ 1433132 w 3308032"/>
              <a:gd name="csY213" fmla="*/ 1457992 h 1458087"/>
              <a:gd name="csX214" fmla="*/ 1288923 w 3308032"/>
              <a:gd name="csY214" fmla="*/ 1404747 h 1458087"/>
              <a:gd name="csX215" fmla="*/ 1235488 w 3308032"/>
              <a:gd name="csY215" fmla="*/ 1261491 h 1458087"/>
              <a:gd name="csX216" fmla="*/ 1292066 w 3308032"/>
              <a:gd name="csY216" fmla="*/ 1114711 h 1458087"/>
              <a:gd name="csX217" fmla="*/ 1438275 w 3308032"/>
              <a:gd name="csY217" fmla="*/ 1059085 h 1458087"/>
              <a:gd name="csX218" fmla="*/ 1581340 w 3308032"/>
              <a:gd name="csY218" fmla="*/ 1113758 h 1458087"/>
              <a:gd name="csX219" fmla="*/ 1542479 w 3308032"/>
              <a:gd name="csY219" fmla="*/ 1257491 h 1458087"/>
              <a:gd name="csX220" fmla="*/ 1514570 w 3308032"/>
              <a:gd name="csY220" fmla="*/ 1165955 h 1458087"/>
              <a:gd name="csX221" fmla="*/ 1436084 w 3308032"/>
              <a:gd name="csY221" fmla="*/ 1131380 h 1458087"/>
              <a:gd name="csX222" fmla="*/ 1356265 w 3308032"/>
              <a:gd name="csY222" fmla="*/ 1167098 h 1458087"/>
              <a:gd name="csX223" fmla="*/ 1326356 w 3308032"/>
              <a:gd name="csY223" fmla="*/ 1259777 h 1458087"/>
              <a:gd name="csX224" fmla="*/ 1355979 w 3308032"/>
              <a:gd name="csY224" fmla="*/ 1352455 h 1458087"/>
              <a:gd name="csX225" fmla="*/ 1436561 w 3308032"/>
              <a:gd name="csY225" fmla="*/ 1386269 h 1458087"/>
              <a:gd name="csX226" fmla="*/ 1514856 w 3308032"/>
              <a:gd name="csY226" fmla="*/ 1351312 h 1458087"/>
              <a:gd name="csX227" fmla="*/ 1542574 w 3308032"/>
              <a:gd name="csY227" fmla="*/ 1257586 h 1458087"/>
              <a:gd name="csX228" fmla="*/ 1951577 w 3308032"/>
              <a:gd name="csY228" fmla="*/ 1285399 h 1458087"/>
              <a:gd name="csX229" fmla="*/ 1926622 w 3308032"/>
              <a:gd name="csY229" fmla="*/ 1357598 h 1458087"/>
              <a:gd name="csX230" fmla="*/ 1862233 w 3308032"/>
              <a:gd name="csY230" fmla="*/ 1386269 h 1458087"/>
              <a:gd name="csX231" fmla="*/ 1805273 w 3308032"/>
              <a:gd name="csY231" fmla="*/ 1362266 h 1458087"/>
              <a:gd name="csX232" fmla="*/ 1787081 w 3308032"/>
              <a:gd name="csY232" fmla="*/ 1290638 h 1458087"/>
              <a:gd name="csX233" fmla="*/ 1787081 w 3308032"/>
              <a:gd name="csY233" fmla="*/ 1068134 h 1458087"/>
              <a:gd name="csX234" fmla="*/ 1698498 w 3308032"/>
              <a:gd name="csY234" fmla="*/ 1068134 h 1458087"/>
              <a:gd name="csX235" fmla="*/ 1698498 w 3308032"/>
              <a:gd name="csY235" fmla="*/ 1302544 h 1458087"/>
              <a:gd name="csX236" fmla="*/ 1732502 w 3308032"/>
              <a:gd name="csY236" fmla="*/ 1418463 h 1458087"/>
              <a:gd name="csX237" fmla="*/ 1833563 w 3308032"/>
              <a:gd name="csY237" fmla="*/ 1458087 h 1458087"/>
              <a:gd name="csX238" fmla="*/ 1899571 w 3308032"/>
              <a:gd name="csY238" fmla="*/ 1441514 h 1458087"/>
              <a:gd name="csX239" fmla="*/ 1949577 w 3308032"/>
              <a:gd name="csY239" fmla="*/ 1397413 h 1458087"/>
              <a:gd name="csX240" fmla="*/ 1951482 w 3308032"/>
              <a:gd name="csY240" fmla="*/ 1397413 h 1458087"/>
              <a:gd name="csX241" fmla="*/ 1951482 w 3308032"/>
              <a:gd name="csY241" fmla="*/ 1449134 h 1458087"/>
              <a:gd name="csX242" fmla="*/ 2040446 w 3308032"/>
              <a:gd name="csY242" fmla="*/ 1449134 h 1458087"/>
              <a:gd name="csX243" fmla="*/ 2040446 w 3308032"/>
              <a:gd name="csY243" fmla="*/ 1068134 h 1458087"/>
              <a:gd name="csX244" fmla="*/ 1951482 w 3308032"/>
              <a:gd name="csY244" fmla="*/ 1068134 h 1458087"/>
              <a:gd name="csX245" fmla="*/ 1951482 w 3308032"/>
              <a:gd name="csY245" fmla="*/ 1285399 h 1458087"/>
              <a:gd name="csX246" fmla="*/ 2326767 w 3308032"/>
              <a:gd name="csY246" fmla="*/ 1061466 h 1458087"/>
              <a:gd name="csX247" fmla="*/ 2266474 w 3308032"/>
              <a:gd name="csY247" fmla="*/ 1080992 h 1458087"/>
              <a:gd name="csX248" fmla="*/ 2227040 w 3308032"/>
              <a:gd name="csY248" fmla="*/ 1136999 h 1458087"/>
              <a:gd name="csX249" fmla="*/ 2225516 w 3308032"/>
              <a:gd name="csY249" fmla="*/ 1136999 h 1458087"/>
              <a:gd name="csX250" fmla="*/ 2225516 w 3308032"/>
              <a:gd name="csY250" fmla="*/ 1068134 h 1458087"/>
              <a:gd name="csX251" fmla="*/ 2136553 w 3308032"/>
              <a:gd name="csY251" fmla="*/ 1068134 h 1458087"/>
              <a:gd name="csX252" fmla="*/ 2136553 w 3308032"/>
              <a:gd name="csY252" fmla="*/ 1449134 h 1458087"/>
              <a:gd name="csX253" fmla="*/ 2225516 w 3308032"/>
              <a:gd name="csY253" fmla="*/ 1449134 h 1458087"/>
              <a:gd name="csX254" fmla="*/ 2225516 w 3308032"/>
              <a:gd name="csY254" fmla="*/ 1260824 h 1458087"/>
              <a:gd name="csX255" fmla="*/ 2249138 w 3308032"/>
              <a:gd name="csY255" fmla="*/ 1172623 h 1458087"/>
              <a:gd name="csX256" fmla="*/ 2311051 w 3308032"/>
              <a:gd name="csY256" fmla="*/ 1139095 h 1458087"/>
              <a:gd name="csX257" fmla="*/ 2334292 w 3308032"/>
              <a:gd name="csY257" fmla="*/ 1141476 h 1458087"/>
              <a:gd name="csX258" fmla="*/ 2356104 w 3308032"/>
              <a:gd name="csY258" fmla="*/ 1147953 h 1458087"/>
              <a:gd name="csX259" fmla="*/ 2379917 w 3308032"/>
              <a:gd name="csY259" fmla="*/ 1072039 h 1458087"/>
              <a:gd name="csX260" fmla="*/ 2353532 w 3308032"/>
              <a:gd name="csY260" fmla="*/ 1063466 h 1458087"/>
              <a:gd name="csX261" fmla="*/ 2326767 w 3308032"/>
              <a:gd name="csY261" fmla="*/ 1061276 h 14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3308032" h="1458087">
                <a:moveTo>
                  <a:pt x="542449" y="193548"/>
                </a:moveTo>
                <a:cubicBezTo>
                  <a:pt x="542830" y="180499"/>
                  <a:pt x="543116" y="165735"/>
                  <a:pt x="543401" y="149066"/>
                </a:cubicBezTo>
                <a:lnTo>
                  <a:pt x="541211" y="149066"/>
                </a:lnTo>
                <a:cubicBezTo>
                  <a:pt x="539020" y="156496"/>
                  <a:pt x="536829" y="162973"/>
                  <a:pt x="534924" y="168593"/>
                </a:cubicBezTo>
                <a:cubicBezTo>
                  <a:pt x="532924" y="174212"/>
                  <a:pt x="530733" y="180118"/>
                  <a:pt x="528257" y="186309"/>
                </a:cubicBezTo>
                <a:lnTo>
                  <a:pt x="374618" y="572929"/>
                </a:lnTo>
                <a:lnTo>
                  <a:pt x="310229" y="572929"/>
                </a:lnTo>
                <a:lnTo>
                  <a:pt x="155448" y="189738"/>
                </a:lnTo>
                <a:cubicBezTo>
                  <a:pt x="153448" y="184023"/>
                  <a:pt x="151447" y="178308"/>
                  <a:pt x="149352" y="172402"/>
                </a:cubicBezTo>
                <a:cubicBezTo>
                  <a:pt x="147257" y="166592"/>
                  <a:pt x="144589" y="158782"/>
                  <a:pt x="141351" y="149162"/>
                </a:cubicBezTo>
                <a:lnTo>
                  <a:pt x="139160" y="149162"/>
                </a:lnTo>
                <a:cubicBezTo>
                  <a:pt x="139637" y="164592"/>
                  <a:pt x="140018" y="180118"/>
                  <a:pt x="140303" y="195834"/>
                </a:cubicBezTo>
                <a:cubicBezTo>
                  <a:pt x="140589" y="211550"/>
                  <a:pt x="140684" y="228505"/>
                  <a:pt x="140684" y="246602"/>
                </a:cubicBezTo>
                <a:lnTo>
                  <a:pt x="140684" y="572929"/>
                </a:lnTo>
                <a:lnTo>
                  <a:pt x="55817" y="572929"/>
                </a:lnTo>
                <a:lnTo>
                  <a:pt x="55817" y="39338"/>
                </a:lnTo>
                <a:lnTo>
                  <a:pt x="185642" y="39338"/>
                </a:lnTo>
                <a:lnTo>
                  <a:pt x="322231" y="383477"/>
                </a:lnTo>
                <a:cubicBezTo>
                  <a:pt x="327470" y="396145"/>
                  <a:pt x="331565" y="406908"/>
                  <a:pt x="334709" y="415671"/>
                </a:cubicBezTo>
                <a:cubicBezTo>
                  <a:pt x="337852" y="424434"/>
                  <a:pt x="340805" y="434245"/>
                  <a:pt x="343853" y="444913"/>
                </a:cubicBezTo>
                <a:lnTo>
                  <a:pt x="346043" y="444913"/>
                </a:lnTo>
                <a:cubicBezTo>
                  <a:pt x="350520" y="433007"/>
                  <a:pt x="354520" y="422243"/>
                  <a:pt x="358140" y="412528"/>
                </a:cubicBezTo>
                <a:cubicBezTo>
                  <a:pt x="361760" y="402812"/>
                  <a:pt x="365474" y="392811"/>
                  <a:pt x="369475" y="382429"/>
                </a:cubicBezTo>
                <a:lnTo>
                  <a:pt x="507873" y="39338"/>
                </a:lnTo>
                <a:lnTo>
                  <a:pt x="632555" y="39338"/>
                </a:lnTo>
                <a:lnTo>
                  <a:pt x="632555" y="572929"/>
                </a:lnTo>
                <a:lnTo>
                  <a:pt x="542163" y="572929"/>
                </a:lnTo>
                <a:lnTo>
                  <a:pt x="542163" y="234315"/>
                </a:lnTo>
                <a:cubicBezTo>
                  <a:pt x="542163" y="220218"/>
                  <a:pt x="542354" y="206597"/>
                  <a:pt x="542735" y="193548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100000">
                <a:srgbClr val="0078D4"/>
              </a:gs>
              <a:gs pos="3000">
                <a:srgbClr val="463668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7" name="MS logo gray - EMF" descr="Microsoft logo, gray text version">
            <a:extLst>
              <a:ext uri="{FF2B5EF4-FFF2-40B4-BE49-F238E27FC236}">
                <a16:creationId xmlns:a16="http://schemas.microsoft.com/office/drawing/2014/main" id="{B605AFFB-ECC7-BC73-2966-D56BADE09B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94360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9436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B6A310A5-2746-FFC9-C289-A677D4E840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521208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521208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S logo white - EMF" descr="Microsoft logo white text version">
            <a:extLst>
              <a:ext uri="{FF2B5EF4-FFF2-40B4-BE49-F238E27FC236}">
                <a16:creationId xmlns:a16="http://schemas.microsoft.com/office/drawing/2014/main" id="{E3F2D131-C4A2-F59F-2172-831DB7552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0ECA564-B1BE-4684-BF40-9288F1FB9504}"/>
              </a:ext>
            </a:extLst>
          </p:cNvPr>
          <p:cNvSpPr/>
          <p:nvPr userDrawn="1"/>
        </p:nvSpPr>
        <p:spPr>
          <a:xfrm>
            <a:off x="536575" y="2458622"/>
            <a:ext cx="3865501" cy="1703804"/>
          </a:xfrm>
          <a:custGeom>
            <a:avLst/>
            <a:gdLst>
              <a:gd name="csX0" fmla="*/ 542449 w 3308032"/>
              <a:gd name="csY0" fmla="*/ 193548 h 1458087"/>
              <a:gd name="csX1" fmla="*/ 543401 w 3308032"/>
              <a:gd name="csY1" fmla="*/ 149066 h 1458087"/>
              <a:gd name="csX2" fmla="*/ 541211 w 3308032"/>
              <a:gd name="csY2" fmla="*/ 149066 h 1458087"/>
              <a:gd name="csX3" fmla="*/ 534924 w 3308032"/>
              <a:gd name="csY3" fmla="*/ 168593 h 1458087"/>
              <a:gd name="csX4" fmla="*/ 528257 w 3308032"/>
              <a:gd name="csY4" fmla="*/ 186309 h 1458087"/>
              <a:gd name="csX5" fmla="*/ 374618 w 3308032"/>
              <a:gd name="csY5" fmla="*/ 572929 h 1458087"/>
              <a:gd name="csX6" fmla="*/ 310229 w 3308032"/>
              <a:gd name="csY6" fmla="*/ 572929 h 1458087"/>
              <a:gd name="csX7" fmla="*/ 155448 w 3308032"/>
              <a:gd name="csY7" fmla="*/ 189738 h 1458087"/>
              <a:gd name="csX8" fmla="*/ 149352 w 3308032"/>
              <a:gd name="csY8" fmla="*/ 172402 h 1458087"/>
              <a:gd name="csX9" fmla="*/ 141351 w 3308032"/>
              <a:gd name="csY9" fmla="*/ 149162 h 1458087"/>
              <a:gd name="csX10" fmla="*/ 139160 w 3308032"/>
              <a:gd name="csY10" fmla="*/ 149162 h 1458087"/>
              <a:gd name="csX11" fmla="*/ 140303 w 3308032"/>
              <a:gd name="csY11" fmla="*/ 195834 h 1458087"/>
              <a:gd name="csX12" fmla="*/ 140684 w 3308032"/>
              <a:gd name="csY12" fmla="*/ 246602 h 1458087"/>
              <a:gd name="csX13" fmla="*/ 140684 w 3308032"/>
              <a:gd name="csY13" fmla="*/ 572929 h 1458087"/>
              <a:gd name="csX14" fmla="*/ 55817 w 3308032"/>
              <a:gd name="csY14" fmla="*/ 572929 h 1458087"/>
              <a:gd name="csX15" fmla="*/ 55817 w 3308032"/>
              <a:gd name="csY15" fmla="*/ 39338 h 1458087"/>
              <a:gd name="csX16" fmla="*/ 185642 w 3308032"/>
              <a:gd name="csY16" fmla="*/ 39338 h 1458087"/>
              <a:gd name="csX17" fmla="*/ 322231 w 3308032"/>
              <a:gd name="csY17" fmla="*/ 383477 h 1458087"/>
              <a:gd name="csX18" fmla="*/ 334709 w 3308032"/>
              <a:gd name="csY18" fmla="*/ 415671 h 1458087"/>
              <a:gd name="csX19" fmla="*/ 343853 w 3308032"/>
              <a:gd name="csY19" fmla="*/ 444913 h 1458087"/>
              <a:gd name="csX20" fmla="*/ 346043 w 3308032"/>
              <a:gd name="csY20" fmla="*/ 444913 h 1458087"/>
              <a:gd name="csX21" fmla="*/ 358140 w 3308032"/>
              <a:gd name="csY21" fmla="*/ 412528 h 1458087"/>
              <a:gd name="csX22" fmla="*/ 369475 w 3308032"/>
              <a:gd name="csY22" fmla="*/ 382429 h 1458087"/>
              <a:gd name="csX23" fmla="*/ 507873 w 3308032"/>
              <a:gd name="csY23" fmla="*/ 39338 h 1458087"/>
              <a:gd name="csX24" fmla="*/ 632555 w 3308032"/>
              <a:gd name="csY24" fmla="*/ 39338 h 1458087"/>
              <a:gd name="csX25" fmla="*/ 632555 w 3308032"/>
              <a:gd name="csY25" fmla="*/ 572929 h 1458087"/>
              <a:gd name="csX26" fmla="*/ 542163 w 3308032"/>
              <a:gd name="csY26" fmla="*/ 572929 h 1458087"/>
              <a:gd name="csX27" fmla="*/ 542163 w 3308032"/>
              <a:gd name="csY27" fmla="*/ 234315 h 1458087"/>
              <a:gd name="csX28" fmla="*/ 542735 w 3308032"/>
              <a:gd name="csY28" fmla="*/ 193548 h 1458087"/>
              <a:gd name="csX29" fmla="*/ 768001 w 3308032"/>
              <a:gd name="csY29" fmla="*/ 14383 h 1458087"/>
              <a:gd name="csX30" fmla="*/ 728567 w 3308032"/>
              <a:gd name="csY30" fmla="*/ 29623 h 1458087"/>
              <a:gd name="csX31" fmla="*/ 713327 w 3308032"/>
              <a:gd name="csY31" fmla="*/ 67247 h 1458087"/>
              <a:gd name="csX32" fmla="*/ 728567 w 3308032"/>
              <a:gd name="csY32" fmla="*/ 104966 h 1458087"/>
              <a:gd name="csX33" fmla="*/ 768001 w 3308032"/>
              <a:gd name="csY33" fmla="*/ 120777 h 1458087"/>
              <a:gd name="csX34" fmla="*/ 808196 w 3308032"/>
              <a:gd name="csY34" fmla="*/ 105537 h 1458087"/>
              <a:gd name="csX35" fmla="*/ 823436 w 3308032"/>
              <a:gd name="csY35" fmla="*/ 67627 h 1458087"/>
              <a:gd name="csX36" fmla="*/ 808196 w 3308032"/>
              <a:gd name="csY36" fmla="*/ 29718 h 1458087"/>
              <a:gd name="csX37" fmla="*/ 768001 w 3308032"/>
              <a:gd name="csY37" fmla="*/ 14478 h 1458087"/>
              <a:gd name="csX38" fmla="*/ 723329 w 3308032"/>
              <a:gd name="csY38" fmla="*/ 572834 h 1458087"/>
              <a:gd name="csX39" fmla="*/ 812292 w 3308032"/>
              <a:gd name="csY39" fmla="*/ 572834 h 1458087"/>
              <a:gd name="csX40" fmla="*/ 812292 w 3308032"/>
              <a:gd name="csY40" fmla="*/ 191834 h 1458087"/>
              <a:gd name="csX41" fmla="*/ 723329 w 3308032"/>
              <a:gd name="csY41" fmla="*/ 191834 h 1458087"/>
              <a:gd name="csX42" fmla="*/ 723329 w 3308032"/>
              <a:gd name="csY42" fmla="*/ 572834 h 1458087"/>
              <a:gd name="csX43" fmla="*/ 1079278 w 3308032"/>
              <a:gd name="csY43" fmla="*/ 581787 h 1458087"/>
              <a:gd name="csX44" fmla="*/ 1169099 w 3308032"/>
              <a:gd name="csY44" fmla="*/ 561689 h 1458087"/>
              <a:gd name="csX45" fmla="*/ 1234726 w 3308032"/>
              <a:gd name="csY45" fmla="*/ 500253 h 1458087"/>
              <a:gd name="csX46" fmla="*/ 1165860 w 3308032"/>
              <a:gd name="csY46" fmla="*/ 461582 h 1458087"/>
              <a:gd name="csX47" fmla="*/ 1127951 w 3308032"/>
              <a:gd name="csY47" fmla="*/ 497110 h 1458087"/>
              <a:gd name="csX48" fmla="*/ 1081469 w 3308032"/>
              <a:gd name="csY48" fmla="*/ 507683 h 1458087"/>
              <a:gd name="csX49" fmla="*/ 1004126 w 3308032"/>
              <a:gd name="csY49" fmla="*/ 475298 h 1458087"/>
              <a:gd name="csX50" fmla="*/ 975074 w 3308032"/>
              <a:gd name="csY50" fmla="*/ 383000 h 1458087"/>
              <a:gd name="csX51" fmla="*/ 1004506 w 3308032"/>
              <a:gd name="csY51" fmla="*/ 288512 h 1458087"/>
              <a:gd name="csX52" fmla="*/ 1079278 w 3308032"/>
              <a:gd name="csY52" fmla="*/ 254699 h 1458087"/>
              <a:gd name="csX53" fmla="*/ 1125379 w 3308032"/>
              <a:gd name="csY53" fmla="*/ 265462 h 1458087"/>
              <a:gd name="csX54" fmla="*/ 1162622 w 3308032"/>
              <a:gd name="csY54" fmla="*/ 301943 h 1458087"/>
              <a:gd name="csX55" fmla="*/ 1232535 w 3308032"/>
              <a:gd name="csY55" fmla="*/ 267367 h 1458087"/>
              <a:gd name="csX56" fmla="*/ 1172432 w 3308032"/>
              <a:gd name="csY56" fmla="*/ 204311 h 1458087"/>
              <a:gd name="csX57" fmla="*/ 1082231 w 3308032"/>
              <a:gd name="csY57" fmla="*/ 182880 h 1458087"/>
              <a:gd name="csX58" fmla="*/ 939356 w 3308032"/>
              <a:gd name="csY58" fmla="*/ 238125 h 1458087"/>
              <a:gd name="csX59" fmla="*/ 884301 w 3308032"/>
              <a:gd name="csY59" fmla="*/ 389001 h 1458087"/>
              <a:gd name="csX60" fmla="*/ 936022 w 3308032"/>
              <a:gd name="csY60" fmla="*/ 528923 h 1458087"/>
              <a:gd name="csX61" fmla="*/ 1079278 w 3308032"/>
              <a:gd name="csY61" fmla="*/ 581787 h 1458087"/>
              <a:gd name="csX62" fmla="*/ 1393031 w 3308032"/>
              <a:gd name="csY62" fmla="*/ 384524 h 1458087"/>
              <a:gd name="csX63" fmla="*/ 1416653 w 3308032"/>
              <a:gd name="csY63" fmla="*/ 296323 h 1458087"/>
              <a:gd name="csX64" fmla="*/ 1478566 w 3308032"/>
              <a:gd name="csY64" fmla="*/ 262795 h 1458087"/>
              <a:gd name="csX65" fmla="*/ 1501807 w 3308032"/>
              <a:gd name="csY65" fmla="*/ 265176 h 1458087"/>
              <a:gd name="csX66" fmla="*/ 1523619 w 3308032"/>
              <a:gd name="csY66" fmla="*/ 271653 h 1458087"/>
              <a:gd name="csX67" fmla="*/ 1547432 w 3308032"/>
              <a:gd name="csY67" fmla="*/ 195739 h 1458087"/>
              <a:gd name="csX68" fmla="*/ 1521047 w 3308032"/>
              <a:gd name="csY68" fmla="*/ 187166 h 1458087"/>
              <a:gd name="csX69" fmla="*/ 1494282 w 3308032"/>
              <a:gd name="csY69" fmla="*/ 184975 h 1458087"/>
              <a:gd name="csX70" fmla="*/ 1433989 w 3308032"/>
              <a:gd name="csY70" fmla="*/ 204502 h 1458087"/>
              <a:gd name="csX71" fmla="*/ 1394555 w 3308032"/>
              <a:gd name="csY71" fmla="*/ 260509 h 1458087"/>
              <a:gd name="csX72" fmla="*/ 1393031 w 3308032"/>
              <a:gd name="csY72" fmla="*/ 260509 h 1458087"/>
              <a:gd name="csX73" fmla="*/ 1393031 w 3308032"/>
              <a:gd name="csY73" fmla="*/ 191643 h 1458087"/>
              <a:gd name="csX74" fmla="*/ 1304068 w 3308032"/>
              <a:gd name="csY74" fmla="*/ 191643 h 1458087"/>
              <a:gd name="csX75" fmla="*/ 1304068 w 3308032"/>
              <a:gd name="csY75" fmla="*/ 572643 h 1458087"/>
              <a:gd name="csX76" fmla="*/ 1393031 w 3308032"/>
              <a:gd name="csY76" fmla="*/ 572643 h 1458087"/>
              <a:gd name="csX77" fmla="*/ 1393031 w 3308032"/>
              <a:gd name="csY77" fmla="*/ 384334 h 1458087"/>
              <a:gd name="csX78" fmla="*/ 1621917 w 3308032"/>
              <a:gd name="csY78" fmla="*/ 528542 h 1458087"/>
              <a:gd name="csX79" fmla="*/ 1568482 w 3308032"/>
              <a:gd name="csY79" fmla="*/ 385286 h 1458087"/>
              <a:gd name="csX80" fmla="*/ 1625060 w 3308032"/>
              <a:gd name="csY80" fmla="*/ 238506 h 1458087"/>
              <a:gd name="csX81" fmla="*/ 1771269 w 3308032"/>
              <a:gd name="csY81" fmla="*/ 182880 h 1458087"/>
              <a:gd name="csX82" fmla="*/ 1914335 w 3308032"/>
              <a:gd name="csY82" fmla="*/ 237554 h 1458087"/>
              <a:gd name="csX83" fmla="*/ 1966627 w 3308032"/>
              <a:gd name="csY83" fmla="*/ 378905 h 1458087"/>
              <a:gd name="csX84" fmla="*/ 1911572 w 3308032"/>
              <a:gd name="csY84" fmla="*/ 524542 h 1458087"/>
              <a:gd name="csX85" fmla="*/ 1766126 w 3308032"/>
              <a:gd name="csY85" fmla="*/ 581692 h 1458087"/>
              <a:gd name="csX86" fmla="*/ 1621917 w 3308032"/>
              <a:gd name="csY86" fmla="*/ 528447 h 1458087"/>
              <a:gd name="csX87" fmla="*/ 1659350 w 3308032"/>
              <a:gd name="csY87" fmla="*/ 383477 h 1458087"/>
              <a:gd name="csX88" fmla="*/ 1688973 w 3308032"/>
              <a:gd name="csY88" fmla="*/ 476155 h 1458087"/>
              <a:gd name="csX89" fmla="*/ 1769555 w 3308032"/>
              <a:gd name="csY89" fmla="*/ 509969 h 1458087"/>
              <a:gd name="csX90" fmla="*/ 1847850 w 3308032"/>
              <a:gd name="csY90" fmla="*/ 475012 h 1458087"/>
              <a:gd name="csX91" fmla="*/ 1875568 w 3308032"/>
              <a:gd name="csY91" fmla="*/ 381286 h 1458087"/>
              <a:gd name="csX92" fmla="*/ 1847660 w 3308032"/>
              <a:gd name="csY92" fmla="*/ 289750 h 1458087"/>
              <a:gd name="csX93" fmla="*/ 1769174 w 3308032"/>
              <a:gd name="csY93" fmla="*/ 255175 h 1458087"/>
              <a:gd name="csX94" fmla="*/ 1689354 w 3308032"/>
              <a:gd name="csY94" fmla="*/ 290894 h 1458087"/>
              <a:gd name="csX95" fmla="*/ 1659446 w 3308032"/>
              <a:gd name="csY95" fmla="*/ 383572 h 1458087"/>
              <a:gd name="csX96" fmla="*/ 2267426 w 3308032"/>
              <a:gd name="csY96" fmla="*/ 547878 h 1458087"/>
              <a:gd name="csX97" fmla="*/ 2308003 w 3308032"/>
              <a:gd name="csY97" fmla="*/ 458915 h 1458087"/>
              <a:gd name="csX98" fmla="*/ 2276761 w 3308032"/>
              <a:gd name="csY98" fmla="*/ 380048 h 1458087"/>
              <a:gd name="csX99" fmla="*/ 2182273 w 3308032"/>
              <a:gd name="csY99" fmla="*/ 339471 h 1458087"/>
              <a:gd name="csX100" fmla="*/ 2127028 w 3308032"/>
              <a:gd name="csY100" fmla="*/ 321278 h 1458087"/>
              <a:gd name="csX101" fmla="*/ 2112359 w 3308032"/>
              <a:gd name="csY101" fmla="*/ 292227 h 1458087"/>
              <a:gd name="csX102" fmla="*/ 2126456 w 3308032"/>
              <a:gd name="csY102" fmla="*/ 261366 h 1458087"/>
              <a:gd name="csX103" fmla="*/ 2167795 w 3308032"/>
              <a:gd name="csY103" fmla="*/ 249460 h 1458087"/>
              <a:gd name="csX104" fmla="*/ 2211515 w 3308032"/>
              <a:gd name="csY104" fmla="*/ 258413 h 1458087"/>
              <a:gd name="csX105" fmla="*/ 2247043 w 3308032"/>
              <a:gd name="csY105" fmla="*/ 285179 h 1458087"/>
              <a:gd name="csX106" fmla="*/ 2298764 w 3308032"/>
              <a:gd name="csY106" fmla="*/ 238316 h 1458087"/>
              <a:gd name="csX107" fmla="*/ 2243328 w 3308032"/>
              <a:gd name="csY107" fmla="*/ 196596 h 1458087"/>
              <a:gd name="csX108" fmla="*/ 2170367 w 3308032"/>
              <a:gd name="csY108" fmla="*/ 182785 h 1458087"/>
              <a:gd name="csX109" fmla="*/ 2069211 w 3308032"/>
              <a:gd name="csY109" fmla="*/ 214598 h 1458087"/>
              <a:gd name="csX110" fmla="*/ 2029015 w 3308032"/>
              <a:gd name="csY110" fmla="*/ 302228 h 1458087"/>
              <a:gd name="csX111" fmla="*/ 2058638 w 3308032"/>
              <a:gd name="csY111" fmla="*/ 375380 h 1458087"/>
              <a:gd name="csX112" fmla="*/ 2163032 w 3308032"/>
              <a:gd name="csY112" fmla="*/ 417957 h 1458087"/>
              <a:gd name="csX113" fmla="*/ 2208943 w 3308032"/>
              <a:gd name="csY113" fmla="*/ 435959 h 1458087"/>
              <a:gd name="csX114" fmla="*/ 2224373 w 3308032"/>
              <a:gd name="csY114" fmla="*/ 467011 h 1458087"/>
              <a:gd name="csX115" fmla="*/ 2207990 w 3308032"/>
              <a:gd name="csY115" fmla="*/ 502158 h 1458087"/>
              <a:gd name="csX116" fmla="*/ 2162271 w 3308032"/>
              <a:gd name="csY116" fmla="*/ 514636 h 1458087"/>
              <a:gd name="csX117" fmla="*/ 2112645 w 3308032"/>
              <a:gd name="csY117" fmla="*/ 502920 h 1458087"/>
              <a:gd name="csX118" fmla="*/ 2068163 w 3308032"/>
              <a:gd name="csY118" fmla="*/ 463677 h 1458087"/>
              <a:gd name="csX119" fmla="*/ 2014633 w 3308032"/>
              <a:gd name="csY119" fmla="*/ 511683 h 1458087"/>
              <a:gd name="csX120" fmla="*/ 2074926 w 3308032"/>
              <a:gd name="csY120" fmla="*/ 563785 h 1458087"/>
              <a:gd name="csX121" fmla="*/ 2161604 w 3308032"/>
              <a:gd name="csY121" fmla="*/ 581692 h 1458087"/>
              <a:gd name="csX122" fmla="*/ 2267617 w 3308032"/>
              <a:gd name="csY122" fmla="*/ 547878 h 1458087"/>
              <a:gd name="csX123" fmla="*/ 2717292 w 3308032"/>
              <a:gd name="csY123" fmla="*/ 237554 h 1458087"/>
              <a:gd name="csX124" fmla="*/ 2769584 w 3308032"/>
              <a:gd name="csY124" fmla="*/ 378905 h 1458087"/>
              <a:gd name="csX125" fmla="*/ 2714530 w 3308032"/>
              <a:gd name="csY125" fmla="*/ 524542 h 1458087"/>
              <a:gd name="csX126" fmla="*/ 2569083 w 3308032"/>
              <a:gd name="csY126" fmla="*/ 581692 h 1458087"/>
              <a:gd name="csX127" fmla="*/ 2424875 w 3308032"/>
              <a:gd name="csY127" fmla="*/ 528447 h 1458087"/>
              <a:gd name="csX128" fmla="*/ 2371439 w 3308032"/>
              <a:gd name="csY128" fmla="*/ 385191 h 1458087"/>
              <a:gd name="csX129" fmla="*/ 2428018 w 3308032"/>
              <a:gd name="csY129" fmla="*/ 238411 h 1458087"/>
              <a:gd name="csX130" fmla="*/ 2574227 w 3308032"/>
              <a:gd name="csY130" fmla="*/ 182785 h 1458087"/>
              <a:gd name="csX131" fmla="*/ 2717292 w 3308032"/>
              <a:gd name="csY131" fmla="*/ 237458 h 1458087"/>
              <a:gd name="csX132" fmla="*/ 2678430 w 3308032"/>
              <a:gd name="csY132" fmla="*/ 381191 h 1458087"/>
              <a:gd name="csX133" fmla="*/ 2650522 w 3308032"/>
              <a:gd name="csY133" fmla="*/ 289655 h 1458087"/>
              <a:gd name="csX134" fmla="*/ 2572036 w 3308032"/>
              <a:gd name="csY134" fmla="*/ 255079 h 1458087"/>
              <a:gd name="csX135" fmla="*/ 2492216 w 3308032"/>
              <a:gd name="csY135" fmla="*/ 290798 h 1458087"/>
              <a:gd name="csX136" fmla="*/ 2462308 w 3308032"/>
              <a:gd name="csY136" fmla="*/ 383477 h 1458087"/>
              <a:gd name="csX137" fmla="*/ 2491931 w 3308032"/>
              <a:gd name="csY137" fmla="*/ 476155 h 1458087"/>
              <a:gd name="csX138" fmla="*/ 2572512 w 3308032"/>
              <a:gd name="csY138" fmla="*/ 509969 h 1458087"/>
              <a:gd name="csX139" fmla="*/ 2650808 w 3308032"/>
              <a:gd name="csY139" fmla="*/ 475012 h 1458087"/>
              <a:gd name="csX140" fmla="*/ 2678525 w 3308032"/>
              <a:gd name="csY140" fmla="*/ 381286 h 1458087"/>
              <a:gd name="csX141" fmla="*/ 3280410 w 3308032"/>
              <a:gd name="csY141" fmla="*/ 494729 h 1458087"/>
              <a:gd name="csX142" fmla="*/ 3257360 w 3308032"/>
              <a:gd name="csY142" fmla="*/ 507397 h 1458087"/>
              <a:gd name="csX143" fmla="*/ 3236500 w 3308032"/>
              <a:gd name="csY143" fmla="*/ 511112 h 1458087"/>
              <a:gd name="csX144" fmla="*/ 3205258 w 3308032"/>
              <a:gd name="csY144" fmla="*/ 497872 h 1458087"/>
              <a:gd name="csX145" fmla="*/ 3194114 w 3308032"/>
              <a:gd name="csY145" fmla="*/ 456724 h 1458087"/>
              <a:gd name="csX146" fmla="*/ 3194114 w 3308032"/>
              <a:gd name="csY146" fmla="*/ 260985 h 1458087"/>
              <a:gd name="csX147" fmla="*/ 3291269 w 3308032"/>
              <a:gd name="csY147" fmla="*/ 260985 h 1458087"/>
              <a:gd name="csX148" fmla="*/ 3291269 w 3308032"/>
              <a:gd name="csY148" fmla="*/ 191738 h 1458087"/>
              <a:gd name="csX149" fmla="*/ 3194114 w 3308032"/>
              <a:gd name="csY149" fmla="*/ 191738 h 1458087"/>
              <a:gd name="csX150" fmla="*/ 3194114 w 3308032"/>
              <a:gd name="csY150" fmla="*/ 82677 h 1458087"/>
              <a:gd name="csX151" fmla="*/ 3105150 w 3308032"/>
              <a:gd name="csY151" fmla="*/ 98298 h 1458087"/>
              <a:gd name="csX152" fmla="*/ 3105150 w 3308032"/>
              <a:gd name="csY152" fmla="*/ 191643 h 1458087"/>
              <a:gd name="csX153" fmla="*/ 2957227 w 3308032"/>
              <a:gd name="csY153" fmla="*/ 191643 h 1458087"/>
              <a:gd name="csX154" fmla="*/ 2957227 w 3308032"/>
              <a:gd name="csY154" fmla="*/ 130969 h 1458087"/>
              <a:gd name="csX155" fmla="*/ 2970086 w 3308032"/>
              <a:gd name="csY155" fmla="*/ 86297 h 1458087"/>
              <a:gd name="csX156" fmla="*/ 3006757 w 3308032"/>
              <a:gd name="csY156" fmla="*/ 71438 h 1458087"/>
              <a:gd name="csX157" fmla="*/ 3029236 w 3308032"/>
              <a:gd name="csY157" fmla="*/ 74962 h 1458087"/>
              <a:gd name="csX158" fmla="*/ 3049143 w 3308032"/>
              <a:gd name="csY158" fmla="*/ 84868 h 1458087"/>
              <a:gd name="csX159" fmla="*/ 3085624 w 3308032"/>
              <a:gd name="csY159" fmla="*/ 20479 h 1458087"/>
              <a:gd name="csX160" fmla="*/ 3045429 w 3308032"/>
              <a:gd name="csY160" fmla="*/ 5048 h 1458087"/>
              <a:gd name="csX161" fmla="*/ 3003042 w 3308032"/>
              <a:gd name="csY161" fmla="*/ 0 h 1458087"/>
              <a:gd name="csX162" fmla="*/ 2903887 w 3308032"/>
              <a:gd name="csY162" fmla="*/ 34957 h 1458087"/>
              <a:gd name="csX163" fmla="*/ 2868740 w 3308032"/>
              <a:gd name="csY163" fmla="*/ 130207 h 1458087"/>
              <a:gd name="csX164" fmla="*/ 2868740 w 3308032"/>
              <a:gd name="csY164" fmla="*/ 191643 h 1458087"/>
              <a:gd name="csX165" fmla="*/ 2803970 w 3308032"/>
              <a:gd name="csY165" fmla="*/ 191643 h 1458087"/>
              <a:gd name="csX166" fmla="*/ 2803970 w 3308032"/>
              <a:gd name="csY166" fmla="*/ 260890 h 1458087"/>
              <a:gd name="csX167" fmla="*/ 2868740 w 3308032"/>
              <a:gd name="csY167" fmla="*/ 260890 h 1458087"/>
              <a:gd name="csX168" fmla="*/ 2868740 w 3308032"/>
              <a:gd name="csY168" fmla="*/ 572643 h 1458087"/>
              <a:gd name="csX169" fmla="*/ 2957322 w 3308032"/>
              <a:gd name="csY169" fmla="*/ 572643 h 1458087"/>
              <a:gd name="csX170" fmla="*/ 2957322 w 3308032"/>
              <a:gd name="csY170" fmla="*/ 260890 h 1458087"/>
              <a:gd name="csX171" fmla="*/ 3105246 w 3308032"/>
              <a:gd name="csY171" fmla="*/ 260890 h 1458087"/>
              <a:gd name="csX172" fmla="*/ 3105246 w 3308032"/>
              <a:gd name="csY172" fmla="*/ 469297 h 1458087"/>
              <a:gd name="csX173" fmla="*/ 3133535 w 3308032"/>
              <a:gd name="csY173" fmla="*/ 553022 h 1458087"/>
              <a:gd name="csX174" fmla="*/ 3218021 w 3308032"/>
              <a:gd name="csY174" fmla="*/ 581692 h 1458087"/>
              <a:gd name="csX175" fmla="*/ 3269171 w 3308032"/>
              <a:gd name="csY175" fmla="*/ 574453 h 1458087"/>
              <a:gd name="csX176" fmla="*/ 3308033 w 3308032"/>
              <a:gd name="csY176" fmla="*/ 554926 h 1458087"/>
              <a:gd name="csX177" fmla="*/ 3280505 w 3308032"/>
              <a:gd name="csY177" fmla="*/ 494633 h 1458087"/>
              <a:gd name="csX178" fmla="*/ 301181 w 3308032"/>
              <a:gd name="csY178" fmla="*/ 915543 h 1458087"/>
              <a:gd name="csX179" fmla="*/ 497300 w 3308032"/>
              <a:gd name="csY179" fmla="*/ 1449134 h 1458087"/>
              <a:gd name="csX180" fmla="*/ 399860 w 3308032"/>
              <a:gd name="csY180" fmla="*/ 1449134 h 1458087"/>
              <a:gd name="csX181" fmla="*/ 354139 w 3308032"/>
              <a:gd name="csY181" fmla="*/ 1324166 h 1458087"/>
              <a:gd name="csX182" fmla="*/ 140970 w 3308032"/>
              <a:gd name="csY182" fmla="*/ 1324166 h 1458087"/>
              <a:gd name="csX183" fmla="*/ 97441 w 3308032"/>
              <a:gd name="csY183" fmla="*/ 1449134 h 1458087"/>
              <a:gd name="csX184" fmla="*/ 0 w 3308032"/>
              <a:gd name="csY184" fmla="*/ 1449134 h 1458087"/>
              <a:gd name="csX185" fmla="*/ 197930 w 3308032"/>
              <a:gd name="csY185" fmla="*/ 915543 h 1458087"/>
              <a:gd name="csX186" fmla="*/ 301371 w 3308032"/>
              <a:gd name="csY186" fmla="*/ 915543 h 1458087"/>
              <a:gd name="csX187" fmla="*/ 329851 w 3308032"/>
              <a:gd name="csY187" fmla="*/ 1247108 h 1458087"/>
              <a:gd name="csX188" fmla="*/ 257651 w 3308032"/>
              <a:gd name="csY188" fmla="*/ 1037654 h 1458087"/>
              <a:gd name="csX189" fmla="*/ 252984 w 3308032"/>
              <a:gd name="csY189" fmla="*/ 1022795 h 1458087"/>
              <a:gd name="csX190" fmla="*/ 248317 w 3308032"/>
              <a:gd name="csY190" fmla="*/ 1006412 h 1458087"/>
              <a:gd name="csX191" fmla="*/ 246126 w 3308032"/>
              <a:gd name="csY191" fmla="*/ 1006412 h 1458087"/>
              <a:gd name="csX192" fmla="*/ 241459 w 3308032"/>
              <a:gd name="csY192" fmla="*/ 1022223 h 1458087"/>
              <a:gd name="csX193" fmla="*/ 236411 w 3308032"/>
              <a:gd name="csY193" fmla="*/ 1037654 h 1458087"/>
              <a:gd name="csX194" fmla="*/ 164973 w 3308032"/>
              <a:gd name="csY194" fmla="*/ 1247108 h 1458087"/>
              <a:gd name="csX195" fmla="*/ 329756 w 3308032"/>
              <a:gd name="csY195" fmla="*/ 1247108 h 1458087"/>
              <a:gd name="csX196" fmla="*/ 557403 w 3308032"/>
              <a:gd name="csY196" fmla="*/ 1449134 h 1458087"/>
              <a:gd name="csX197" fmla="*/ 648557 w 3308032"/>
              <a:gd name="csY197" fmla="*/ 1449134 h 1458087"/>
              <a:gd name="csX198" fmla="*/ 648557 w 3308032"/>
              <a:gd name="csY198" fmla="*/ 915543 h 1458087"/>
              <a:gd name="csX199" fmla="*/ 557403 w 3308032"/>
              <a:gd name="csY199" fmla="*/ 915543 h 1458087"/>
              <a:gd name="csX200" fmla="*/ 557403 w 3308032"/>
              <a:gd name="csY200" fmla="*/ 1449134 h 1458087"/>
              <a:gd name="csX201" fmla="*/ 1271778 w 3308032"/>
              <a:gd name="csY201" fmla="*/ 915543 h 1458087"/>
              <a:gd name="csX202" fmla="*/ 883730 w 3308032"/>
              <a:gd name="csY202" fmla="*/ 915543 h 1458087"/>
              <a:gd name="csX203" fmla="*/ 883730 w 3308032"/>
              <a:gd name="csY203" fmla="*/ 992600 h 1458087"/>
              <a:gd name="csX204" fmla="*/ 1031843 w 3308032"/>
              <a:gd name="csY204" fmla="*/ 992600 h 1458087"/>
              <a:gd name="csX205" fmla="*/ 1031843 w 3308032"/>
              <a:gd name="csY205" fmla="*/ 1449134 h 1458087"/>
              <a:gd name="csX206" fmla="*/ 1122998 w 3308032"/>
              <a:gd name="csY206" fmla="*/ 1449134 h 1458087"/>
              <a:gd name="csX207" fmla="*/ 1122998 w 3308032"/>
              <a:gd name="csY207" fmla="*/ 992600 h 1458087"/>
              <a:gd name="csX208" fmla="*/ 1271778 w 3308032"/>
              <a:gd name="csY208" fmla="*/ 992600 h 1458087"/>
              <a:gd name="csX209" fmla="*/ 1271778 w 3308032"/>
              <a:gd name="csY209" fmla="*/ 915543 h 1458087"/>
              <a:gd name="csX210" fmla="*/ 1581340 w 3308032"/>
              <a:gd name="csY210" fmla="*/ 1113854 h 1458087"/>
              <a:gd name="csX211" fmla="*/ 1633633 w 3308032"/>
              <a:gd name="csY211" fmla="*/ 1255205 h 1458087"/>
              <a:gd name="csX212" fmla="*/ 1578578 w 3308032"/>
              <a:gd name="csY212" fmla="*/ 1400842 h 1458087"/>
              <a:gd name="csX213" fmla="*/ 1433132 w 3308032"/>
              <a:gd name="csY213" fmla="*/ 1457992 h 1458087"/>
              <a:gd name="csX214" fmla="*/ 1288923 w 3308032"/>
              <a:gd name="csY214" fmla="*/ 1404747 h 1458087"/>
              <a:gd name="csX215" fmla="*/ 1235488 w 3308032"/>
              <a:gd name="csY215" fmla="*/ 1261491 h 1458087"/>
              <a:gd name="csX216" fmla="*/ 1292066 w 3308032"/>
              <a:gd name="csY216" fmla="*/ 1114711 h 1458087"/>
              <a:gd name="csX217" fmla="*/ 1438275 w 3308032"/>
              <a:gd name="csY217" fmla="*/ 1059085 h 1458087"/>
              <a:gd name="csX218" fmla="*/ 1581340 w 3308032"/>
              <a:gd name="csY218" fmla="*/ 1113758 h 1458087"/>
              <a:gd name="csX219" fmla="*/ 1542479 w 3308032"/>
              <a:gd name="csY219" fmla="*/ 1257491 h 1458087"/>
              <a:gd name="csX220" fmla="*/ 1514570 w 3308032"/>
              <a:gd name="csY220" fmla="*/ 1165955 h 1458087"/>
              <a:gd name="csX221" fmla="*/ 1436084 w 3308032"/>
              <a:gd name="csY221" fmla="*/ 1131380 h 1458087"/>
              <a:gd name="csX222" fmla="*/ 1356265 w 3308032"/>
              <a:gd name="csY222" fmla="*/ 1167098 h 1458087"/>
              <a:gd name="csX223" fmla="*/ 1326356 w 3308032"/>
              <a:gd name="csY223" fmla="*/ 1259777 h 1458087"/>
              <a:gd name="csX224" fmla="*/ 1355979 w 3308032"/>
              <a:gd name="csY224" fmla="*/ 1352455 h 1458087"/>
              <a:gd name="csX225" fmla="*/ 1436561 w 3308032"/>
              <a:gd name="csY225" fmla="*/ 1386269 h 1458087"/>
              <a:gd name="csX226" fmla="*/ 1514856 w 3308032"/>
              <a:gd name="csY226" fmla="*/ 1351312 h 1458087"/>
              <a:gd name="csX227" fmla="*/ 1542574 w 3308032"/>
              <a:gd name="csY227" fmla="*/ 1257586 h 1458087"/>
              <a:gd name="csX228" fmla="*/ 1951577 w 3308032"/>
              <a:gd name="csY228" fmla="*/ 1285399 h 1458087"/>
              <a:gd name="csX229" fmla="*/ 1926622 w 3308032"/>
              <a:gd name="csY229" fmla="*/ 1357598 h 1458087"/>
              <a:gd name="csX230" fmla="*/ 1862233 w 3308032"/>
              <a:gd name="csY230" fmla="*/ 1386269 h 1458087"/>
              <a:gd name="csX231" fmla="*/ 1805273 w 3308032"/>
              <a:gd name="csY231" fmla="*/ 1362266 h 1458087"/>
              <a:gd name="csX232" fmla="*/ 1787081 w 3308032"/>
              <a:gd name="csY232" fmla="*/ 1290638 h 1458087"/>
              <a:gd name="csX233" fmla="*/ 1787081 w 3308032"/>
              <a:gd name="csY233" fmla="*/ 1068134 h 1458087"/>
              <a:gd name="csX234" fmla="*/ 1698498 w 3308032"/>
              <a:gd name="csY234" fmla="*/ 1068134 h 1458087"/>
              <a:gd name="csX235" fmla="*/ 1698498 w 3308032"/>
              <a:gd name="csY235" fmla="*/ 1302544 h 1458087"/>
              <a:gd name="csX236" fmla="*/ 1732502 w 3308032"/>
              <a:gd name="csY236" fmla="*/ 1418463 h 1458087"/>
              <a:gd name="csX237" fmla="*/ 1833563 w 3308032"/>
              <a:gd name="csY237" fmla="*/ 1458087 h 1458087"/>
              <a:gd name="csX238" fmla="*/ 1899571 w 3308032"/>
              <a:gd name="csY238" fmla="*/ 1441514 h 1458087"/>
              <a:gd name="csX239" fmla="*/ 1949577 w 3308032"/>
              <a:gd name="csY239" fmla="*/ 1397413 h 1458087"/>
              <a:gd name="csX240" fmla="*/ 1951482 w 3308032"/>
              <a:gd name="csY240" fmla="*/ 1397413 h 1458087"/>
              <a:gd name="csX241" fmla="*/ 1951482 w 3308032"/>
              <a:gd name="csY241" fmla="*/ 1449134 h 1458087"/>
              <a:gd name="csX242" fmla="*/ 2040446 w 3308032"/>
              <a:gd name="csY242" fmla="*/ 1449134 h 1458087"/>
              <a:gd name="csX243" fmla="*/ 2040446 w 3308032"/>
              <a:gd name="csY243" fmla="*/ 1068134 h 1458087"/>
              <a:gd name="csX244" fmla="*/ 1951482 w 3308032"/>
              <a:gd name="csY244" fmla="*/ 1068134 h 1458087"/>
              <a:gd name="csX245" fmla="*/ 1951482 w 3308032"/>
              <a:gd name="csY245" fmla="*/ 1285399 h 1458087"/>
              <a:gd name="csX246" fmla="*/ 2326767 w 3308032"/>
              <a:gd name="csY246" fmla="*/ 1061466 h 1458087"/>
              <a:gd name="csX247" fmla="*/ 2266474 w 3308032"/>
              <a:gd name="csY247" fmla="*/ 1080992 h 1458087"/>
              <a:gd name="csX248" fmla="*/ 2227040 w 3308032"/>
              <a:gd name="csY248" fmla="*/ 1136999 h 1458087"/>
              <a:gd name="csX249" fmla="*/ 2225516 w 3308032"/>
              <a:gd name="csY249" fmla="*/ 1136999 h 1458087"/>
              <a:gd name="csX250" fmla="*/ 2225516 w 3308032"/>
              <a:gd name="csY250" fmla="*/ 1068134 h 1458087"/>
              <a:gd name="csX251" fmla="*/ 2136553 w 3308032"/>
              <a:gd name="csY251" fmla="*/ 1068134 h 1458087"/>
              <a:gd name="csX252" fmla="*/ 2136553 w 3308032"/>
              <a:gd name="csY252" fmla="*/ 1449134 h 1458087"/>
              <a:gd name="csX253" fmla="*/ 2225516 w 3308032"/>
              <a:gd name="csY253" fmla="*/ 1449134 h 1458087"/>
              <a:gd name="csX254" fmla="*/ 2225516 w 3308032"/>
              <a:gd name="csY254" fmla="*/ 1260824 h 1458087"/>
              <a:gd name="csX255" fmla="*/ 2249138 w 3308032"/>
              <a:gd name="csY255" fmla="*/ 1172623 h 1458087"/>
              <a:gd name="csX256" fmla="*/ 2311051 w 3308032"/>
              <a:gd name="csY256" fmla="*/ 1139095 h 1458087"/>
              <a:gd name="csX257" fmla="*/ 2334292 w 3308032"/>
              <a:gd name="csY257" fmla="*/ 1141476 h 1458087"/>
              <a:gd name="csX258" fmla="*/ 2356104 w 3308032"/>
              <a:gd name="csY258" fmla="*/ 1147953 h 1458087"/>
              <a:gd name="csX259" fmla="*/ 2379917 w 3308032"/>
              <a:gd name="csY259" fmla="*/ 1072039 h 1458087"/>
              <a:gd name="csX260" fmla="*/ 2353532 w 3308032"/>
              <a:gd name="csY260" fmla="*/ 1063466 h 1458087"/>
              <a:gd name="csX261" fmla="*/ 2326767 w 3308032"/>
              <a:gd name="csY261" fmla="*/ 1061276 h 14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3308032" h="1458087">
                <a:moveTo>
                  <a:pt x="542449" y="193548"/>
                </a:moveTo>
                <a:cubicBezTo>
                  <a:pt x="542830" y="180499"/>
                  <a:pt x="543116" y="165735"/>
                  <a:pt x="543401" y="149066"/>
                </a:cubicBezTo>
                <a:lnTo>
                  <a:pt x="541211" y="149066"/>
                </a:lnTo>
                <a:cubicBezTo>
                  <a:pt x="539020" y="156496"/>
                  <a:pt x="536829" y="162973"/>
                  <a:pt x="534924" y="168593"/>
                </a:cubicBezTo>
                <a:cubicBezTo>
                  <a:pt x="532924" y="174212"/>
                  <a:pt x="530733" y="180118"/>
                  <a:pt x="528257" y="186309"/>
                </a:cubicBezTo>
                <a:lnTo>
                  <a:pt x="374618" y="572929"/>
                </a:lnTo>
                <a:lnTo>
                  <a:pt x="310229" y="572929"/>
                </a:lnTo>
                <a:lnTo>
                  <a:pt x="155448" y="189738"/>
                </a:lnTo>
                <a:cubicBezTo>
                  <a:pt x="153448" y="184023"/>
                  <a:pt x="151447" y="178308"/>
                  <a:pt x="149352" y="172402"/>
                </a:cubicBezTo>
                <a:cubicBezTo>
                  <a:pt x="147257" y="166592"/>
                  <a:pt x="144589" y="158782"/>
                  <a:pt x="141351" y="149162"/>
                </a:cubicBezTo>
                <a:lnTo>
                  <a:pt x="139160" y="149162"/>
                </a:lnTo>
                <a:cubicBezTo>
                  <a:pt x="139637" y="164592"/>
                  <a:pt x="140018" y="180118"/>
                  <a:pt x="140303" y="195834"/>
                </a:cubicBezTo>
                <a:cubicBezTo>
                  <a:pt x="140589" y="211550"/>
                  <a:pt x="140684" y="228505"/>
                  <a:pt x="140684" y="246602"/>
                </a:cubicBezTo>
                <a:lnTo>
                  <a:pt x="140684" y="572929"/>
                </a:lnTo>
                <a:lnTo>
                  <a:pt x="55817" y="572929"/>
                </a:lnTo>
                <a:lnTo>
                  <a:pt x="55817" y="39338"/>
                </a:lnTo>
                <a:lnTo>
                  <a:pt x="185642" y="39338"/>
                </a:lnTo>
                <a:lnTo>
                  <a:pt x="322231" y="383477"/>
                </a:lnTo>
                <a:cubicBezTo>
                  <a:pt x="327470" y="396145"/>
                  <a:pt x="331565" y="406908"/>
                  <a:pt x="334709" y="415671"/>
                </a:cubicBezTo>
                <a:cubicBezTo>
                  <a:pt x="337852" y="424434"/>
                  <a:pt x="340805" y="434245"/>
                  <a:pt x="343853" y="444913"/>
                </a:cubicBezTo>
                <a:lnTo>
                  <a:pt x="346043" y="444913"/>
                </a:lnTo>
                <a:cubicBezTo>
                  <a:pt x="350520" y="433007"/>
                  <a:pt x="354520" y="422243"/>
                  <a:pt x="358140" y="412528"/>
                </a:cubicBezTo>
                <a:cubicBezTo>
                  <a:pt x="361760" y="402812"/>
                  <a:pt x="365474" y="392811"/>
                  <a:pt x="369475" y="382429"/>
                </a:cubicBezTo>
                <a:lnTo>
                  <a:pt x="507873" y="39338"/>
                </a:lnTo>
                <a:lnTo>
                  <a:pt x="632555" y="39338"/>
                </a:lnTo>
                <a:lnTo>
                  <a:pt x="632555" y="572929"/>
                </a:lnTo>
                <a:lnTo>
                  <a:pt x="542163" y="572929"/>
                </a:lnTo>
                <a:lnTo>
                  <a:pt x="542163" y="234315"/>
                </a:lnTo>
                <a:cubicBezTo>
                  <a:pt x="542163" y="220218"/>
                  <a:pt x="542354" y="206597"/>
                  <a:pt x="542735" y="193548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100000">
                <a:srgbClr val="BCDFF2"/>
              </a:gs>
              <a:gs pos="3000">
                <a:srgbClr val="C5B4E3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02920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0292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47351AD9-8B4D-47E6-CC23-97A807802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50292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50292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59436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CE0119-F82F-75EF-0AAE-422A9B4634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554038"/>
          </a:xfrm>
        </p:spPr>
        <p:txBody>
          <a:bodyPr/>
          <a:lstStyle/>
          <a:p>
            <a:r>
              <a:rPr lang="en-US" dirty="0">
                <a:noFill/>
              </a:rPr>
              <a:t>Microsoft AI Tour</a:t>
            </a:r>
          </a:p>
        </p:txBody>
      </p:sp>
    </p:spTree>
    <p:extLst>
      <p:ext uri="{BB962C8B-B14F-4D97-AF65-F5344CB8AC3E}">
        <p14:creationId xmlns:p14="http://schemas.microsoft.com/office/powerpoint/2010/main" val="303331639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65EF-CE90-333A-AE91-4F2DFE26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302670"/>
            <a:ext cx="5577840" cy="1231106"/>
          </a:xfrm>
        </p:spPr>
        <p:txBody>
          <a:bodyPr/>
          <a:lstStyle/>
          <a:p>
            <a:r>
              <a:rPr lang="en-US" b="1" dirty="0"/>
              <a:t>Agent development beyond Hello World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A93F6-0237-907D-C0B7-ACABF04C7E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199" y="3962399"/>
            <a:ext cx="5577839" cy="276999"/>
          </a:xfrm>
        </p:spPr>
        <p:txBody>
          <a:bodyPr/>
          <a:lstStyle/>
          <a:p>
            <a:r>
              <a:rPr lang="en-US" dirty="0"/>
              <a:t>Subtitle or speaker name</a:t>
            </a:r>
          </a:p>
        </p:txBody>
      </p:sp>
    </p:spTree>
    <p:extLst>
      <p:ext uri="{BB962C8B-B14F-4D97-AF65-F5344CB8AC3E}">
        <p14:creationId xmlns:p14="http://schemas.microsoft.com/office/powerpoint/2010/main" val="371336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Caldova</a:t>
            </a:r>
            <a:r>
              <a:rPr lang="en-US" dirty="0"/>
              <a:t> social media assistant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334198"/>
            <a:ext cx="5219700" cy="430887"/>
          </a:xfrm>
        </p:spPr>
        <p:txBody>
          <a:bodyPr/>
          <a:lstStyle/>
          <a:p>
            <a:r>
              <a:rPr lang="en-US" dirty="0"/>
              <a:t>The business scenario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80DA2C-210D-4425-AD02-4BE53C4F28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2334198"/>
            <a:ext cx="5219700" cy="430887"/>
          </a:xfrm>
        </p:spPr>
        <p:txBody>
          <a:bodyPr/>
          <a:lstStyle/>
          <a:p>
            <a:r>
              <a:rPr lang="en-US"/>
              <a:t>How the assistant works</a:t>
            </a: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1FCDBA36-90B3-8DEB-BFFA-AC74A105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96" y="3223499"/>
            <a:ext cx="256032" cy="256032"/>
          </a:xfrm>
          <a:prstGeom prst="rect">
            <a:avLst/>
          </a:prstGeom>
        </p:spPr>
      </p:pic>
      <p:pic>
        <p:nvPicPr>
          <p:cNvPr id="19" name="Image 0" descr="Caldova">
            <a:extLst>
              <a:ext uri="{FF2B5EF4-FFF2-40B4-BE49-F238E27FC236}">
                <a16:creationId xmlns:a16="http://schemas.microsoft.com/office/drawing/2014/main" id="{C450510D-1D6A-C9B2-7D2B-00800D9BD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639" y="1431464"/>
            <a:ext cx="4816721" cy="68810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</p:pic>
      <p:sp>
        <p:nvSpPr>
          <p:cNvPr id="20" name="Shape 10">
            <a:extLst>
              <a:ext uri="{FF2B5EF4-FFF2-40B4-BE49-F238E27FC236}">
                <a16:creationId xmlns:a16="http://schemas.microsoft.com/office/drawing/2014/main" id="{4E1ECD56-9472-746D-229A-4D0FD81BEDF9}"/>
              </a:ext>
            </a:extLst>
          </p:cNvPr>
          <p:cNvSpPr/>
          <p:nvPr/>
        </p:nvSpPr>
        <p:spPr>
          <a:xfrm>
            <a:off x="584199" y="3159382"/>
            <a:ext cx="5219395" cy="27432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88900" dist="38100" dir="8100000" algn="bl" rotWithShape="0">
              <a:srgbClr val="16233A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B424032-E411-2633-08FD-AE5A1DBCFA58}"/>
              </a:ext>
            </a:extLst>
          </p:cNvPr>
          <p:cNvSpPr/>
          <p:nvPr/>
        </p:nvSpPr>
        <p:spPr>
          <a:xfrm>
            <a:off x="1452880" y="3383280"/>
            <a:ext cx="40763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pharmaceutical company</a:t>
            </a:r>
            <a:r>
              <a:rPr lang="en-US" sz="1800" b="1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Building an </a:t>
            </a:r>
            <a:r>
              <a:rPr lang="en-US" sz="1800" b="1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AI assistant </a:t>
            </a:r>
            <a:r>
              <a:rPr lang="en-US" sz="1800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to support the communications team crafting engaging and </a:t>
            </a:r>
            <a:r>
              <a:rPr lang="en-US" sz="1800" b="1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grounded social posts </a:t>
            </a:r>
            <a:r>
              <a:rPr lang="en-US" sz="1800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on official channels 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8CA6DAC-8217-72B2-37D1-6E50A84E1496}"/>
              </a:ext>
            </a:extLst>
          </p:cNvPr>
          <p:cNvSpPr/>
          <p:nvPr/>
        </p:nvSpPr>
        <p:spPr>
          <a:xfrm>
            <a:off x="785368" y="3427040"/>
            <a:ext cx="475488" cy="475488"/>
          </a:xfrm>
          <a:prstGeom prst="ellipse">
            <a:avLst/>
          </a:prstGeom>
          <a:solidFill>
            <a:srgbClr val="E8F0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0ABEE8D4-B1CB-3DD0-4E15-01D008E56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96" y="3525143"/>
            <a:ext cx="256032" cy="256032"/>
          </a:xfrm>
          <a:prstGeom prst="rect">
            <a:avLst/>
          </a:prstGeom>
        </p:spPr>
      </p:pic>
      <p:sp>
        <p:nvSpPr>
          <p:cNvPr id="30" name="Shape 19">
            <a:extLst>
              <a:ext uri="{FF2B5EF4-FFF2-40B4-BE49-F238E27FC236}">
                <a16:creationId xmlns:a16="http://schemas.microsoft.com/office/drawing/2014/main" id="{27684DE8-4545-6702-64EA-1BAAB4A7927E}"/>
              </a:ext>
            </a:extLst>
          </p:cNvPr>
          <p:cNvSpPr/>
          <p:nvPr/>
        </p:nvSpPr>
        <p:spPr>
          <a:xfrm>
            <a:off x="6397624" y="3159382"/>
            <a:ext cx="5219395" cy="27432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88900" dist="38100" dir="8100000" algn="bl" rotWithShape="0">
              <a:srgbClr val="16233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0">
            <a:extLst>
              <a:ext uri="{FF2B5EF4-FFF2-40B4-BE49-F238E27FC236}">
                <a16:creationId xmlns:a16="http://schemas.microsoft.com/office/drawing/2014/main" id="{D53CFC91-595F-5B87-E90F-CFB89598D2E3}"/>
              </a:ext>
            </a:extLst>
          </p:cNvPr>
          <p:cNvSpPr/>
          <p:nvPr/>
        </p:nvSpPr>
        <p:spPr>
          <a:xfrm>
            <a:off x="6598793" y="3415413"/>
            <a:ext cx="542048" cy="613439"/>
          </a:xfrm>
          <a:prstGeom prst="ellipse">
            <a:avLst/>
          </a:prstGeom>
          <a:solidFill>
            <a:srgbClr val="E8F0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4776BF13-26F2-8ADD-583E-866EE84CEF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520" y="3525141"/>
            <a:ext cx="330313" cy="330313"/>
          </a:xfrm>
          <a:prstGeom prst="rect">
            <a:avLst/>
          </a:prstGeom>
        </p:spPr>
      </p:pic>
      <p:sp>
        <p:nvSpPr>
          <p:cNvPr id="36" name="Text 21">
            <a:extLst>
              <a:ext uri="{FF2B5EF4-FFF2-40B4-BE49-F238E27FC236}">
                <a16:creationId xmlns:a16="http://schemas.microsoft.com/office/drawing/2014/main" id="{D9A57DBA-E141-35B6-B265-4B584784B6C5}"/>
              </a:ext>
            </a:extLst>
          </p:cNvPr>
          <p:cNvSpPr/>
          <p:nvPr/>
        </p:nvSpPr>
        <p:spPr>
          <a:xfrm>
            <a:off x="7266304" y="3383280"/>
            <a:ext cx="40763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solidFill>
                  <a:srgbClr val="0F2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Foundry Models + Toolbox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350" b="1" dirty="0">
              <a:solidFill>
                <a:srgbClr val="0F2A4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A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Search </a:t>
            </a:r>
            <a:r>
              <a:rPr lang="en-US" sz="1800">
                <a:solidFill>
                  <a:srgbClr val="5A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– grounds product details in </a:t>
            </a:r>
            <a:r>
              <a:rPr lang="en-US" sz="1800" err="1">
                <a:solidFill>
                  <a:srgbClr val="5A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Caldova’s</a:t>
            </a:r>
            <a:r>
              <a:rPr lang="en-US" sz="1800">
                <a:solidFill>
                  <a:srgbClr val="5A68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product catalog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Web Search</a:t>
            </a:r>
            <a:r>
              <a:rPr lang="en-US" sz="1800">
                <a:solidFill>
                  <a:srgbClr val="5A6875"/>
                </a:solidFill>
                <a:latin typeface="Segoe UI" pitchFamily="34" charset="0"/>
                <a:cs typeface="Segoe UI" pitchFamily="34" charset="-120"/>
              </a:rPr>
              <a:t> – adds timely context, such as season trends and customer needs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081009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8517C9D-849D-BC32-DAEE-C2E591A6015C}"/>
              </a:ext>
            </a:extLst>
          </p:cNvPr>
          <p:cNvSpPr txBox="1">
            <a:spLocks/>
          </p:cNvSpPr>
          <p:nvPr/>
        </p:nvSpPr>
        <p:spPr>
          <a:xfrm>
            <a:off x="419100" y="1479960"/>
            <a:ext cx="113538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GB" sz="2400" b="0" i="0" kern="1200" spc="0" baseline="0">
                <a:gradFill>
                  <a:gsLst>
                    <a:gs pos="0">
                      <a:srgbClr val="0078D4"/>
                    </a:gs>
                    <a:gs pos="99000">
                      <a:srgbClr val="49C5B1"/>
                    </a:gs>
                  </a:gsLst>
                  <a:lin ang="2700000" scaled="0"/>
                </a:gradFill>
                <a:latin typeface="Segoe Sans Display" pitchFamily="2" charset="0"/>
                <a:ea typeface="+mn-ea"/>
                <a:cs typeface="Segoe Sans Display" pitchFamily="2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gradFill>
                  <a:gsLst>
                    <a:gs pos="0">
                      <a:srgbClr val="0078D4"/>
                    </a:gs>
                    <a:gs pos="100000">
                      <a:srgbClr val="49C5B1"/>
                    </a:gs>
                  </a:gsLst>
                  <a:lin ang="2700000" scaled="0"/>
                </a:gradFill>
                <a:latin typeface="Segoe Sans Display" pitchFamily="2" charset="0"/>
                <a:ea typeface="+mn-ea"/>
                <a:cs typeface="Segoe Sans Display" pitchFamily="2" charset="0"/>
              </a:defRPr>
            </a:lvl2pPr>
            <a:lvl3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bg1">
                    <a:lumMod val="75000"/>
                  </a:schemeClr>
                </a:solidFill>
                <a:latin typeface="Segoe Sans Display" pitchFamily="2" charset="0"/>
                <a:ea typeface="+mn-ea"/>
                <a:cs typeface="Segoe Sans Display" pitchFamily="2" charset="0"/>
              </a:defRPr>
            </a:lvl3pPr>
            <a:lvl4pPr marL="108000" marR="0" indent="-10800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bg1"/>
                </a:solidFill>
                <a:latin typeface="Segoe Sans Display" pitchFamily="2" charset="0"/>
                <a:ea typeface="+mn-ea"/>
                <a:cs typeface="Segoe Sans Display" pitchFamily="2" charset="0"/>
              </a:defRPr>
            </a:lvl4pPr>
            <a:lvl5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3200" kern="1200" spc="0" baseline="0">
                <a:gradFill>
                  <a:gsLst>
                    <a:gs pos="0">
                      <a:srgbClr val="49C5B1"/>
                    </a:gs>
                    <a:gs pos="100000">
                      <a:srgbClr val="0078D4"/>
                    </a:gs>
                  </a:gsLst>
                  <a:lin ang="12600000" scaled="0"/>
                </a:gradFill>
                <a:latin typeface="Segoe Sans Display" pitchFamily="2" charset="0"/>
                <a:ea typeface="+mn-ea"/>
                <a:cs typeface="Segoe Sans Display" pitchFamily="2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F42FD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Developers start in GitHub. Agents become managed assets in Foundry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4F42FD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F42FD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7038214-66CE-7461-E600-7C5D5D093B97}"/>
              </a:ext>
            </a:extLst>
          </p:cNvPr>
          <p:cNvSpPr/>
          <p:nvPr/>
        </p:nvSpPr>
        <p:spPr>
          <a:xfrm>
            <a:off x="1566964" y="2496943"/>
            <a:ext cx="9200779" cy="3135615"/>
          </a:xfrm>
          <a:prstGeom prst="roundRect">
            <a:avLst>
              <a:gd name="adj" fmla="val 5241"/>
            </a:avLst>
          </a:prstGeom>
          <a:solidFill>
            <a:srgbClr val="FFFFFF">
              <a:lumMod val="85000"/>
              <a:alpha val="40000"/>
            </a:srgbClr>
          </a:solidFill>
          <a:ln w="25400">
            <a:solidFill>
              <a:srgbClr val="FFFFFF"/>
            </a:solidFill>
          </a:ln>
        </p:spPr>
        <p:txBody>
          <a:bodyPr vert="horz" lIns="91440" tIns="731520" rIns="91440" bIns="45720" rtlCol="0">
            <a:noAutofit/>
          </a:bodyPr>
          <a:lstStyle/>
          <a:p>
            <a:pPr marL="0" marR="0" lvl="0" indent="0" algn="ctr" defTabSz="457109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4F42FD"/>
              </a:solidFill>
              <a:effectLst/>
              <a:uLnTx/>
              <a:uFillTx/>
              <a:latin typeface="Segoe Sans Display"/>
              <a:cs typeface="Segoe Sans Display Semibold" pitchFamily="2" charset="0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A269D6DC-5E7D-41DE-76ED-3F6234B30A50}"/>
              </a:ext>
            </a:extLst>
          </p:cNvPr>
          <p:cNvSpPr/>
          <p:nvPr/>
        </p:nvSpPr>
        <p:spPr>
          <a:xfrm>
            <a:off x="3746403" y="2228597"/>
            <a:ext cx="5072617" cy="555292"/>
          </a:xfrm>
          <a:prstGeom prst="roundRect">
            <a:avLst>
              <a:gd name="adj" fmla="val 50000"/>
            </a:avLst>
          </a:prstGeom>
          <a:solidFill>
            <a:srgbClr val="4F42FD"/>
          </a:solidFill>
          <a:ln w="345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0" cap="all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cs typeface="Segoe Sans Display Semibold" pitchFamily="2" charset="0"/>
              </a:rPr>
              <a:t>From engineering asset to managed 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756E3-78AA-8585-7A94-FD037F0C76EA}"/>
              </a:ext>
            </a:extLst>
          </p:cNvPr>
          <p:cNvSpPr txBox="1">
            <a:spLocks/>
          </p:cNvSpPr>
          <p:nvPr/>
        </p:nvSpPr>
        <p:spPr>
          <a:xfrm>
            <a:off x="1699051" y="2904635"/>
            <a:ext cx="2116371" cy="1698347"/>
          </a:xfrm>
          <a:custGeom>
            <a:avLst/>
            <a:gdLst>
              <a:gd name="csX0" fmla="*/ 105043 w 2104073"/>
              <a:gd name="csY0" fmla="*/ 0 h 1698347"/>
              <a:gd name="csX1" fmla="*/ 1999030 w 2104073"/>
              <a:gd name="csY1" fmla="*/ 0 h 1698347"/>
              <a:gd name="csX2" fmla="*/ 2104073 w 2104073"/>
              <a:gd name="csY2" fmla="*/ 105043 h 1698347"/>
              <a:gd name="csX3" fmla="*/ 2104073 w 2104073"/>
              <a:gd name="csY3" fmla="*/ 610752 h 1698347"/>
              <a:gd name="csX4" fmla="*/ 2066466 w 2104073"/>
              <a:gd name="csY4" fmla="*/ 622425 h 1698347"/>
              <a:gd name="csX5" fmla="*/ 1916167 w 2104073"/>
              <a:gd name="csY5" fmla="*/ 849174 h 1698347"/>
              <a:gd name="csX6" fmla="*/ 2066466 w 2104073"/>
              <a:gd name="csY6" fmla="*/ 1075923 h 1698347"/>
              <a:gd name="csX7" fmla="*/ 2104073 w 2104073"/>
              <a:gd name="csY7" fmla="*/ 1087597 h 1698347"/>
              <a:gd name="csX8" fmla="*/ 2104073 w 2104073"/>
              <a:gd name="csY8" fmla="*/ 1593304 h 1698347"/>
              <a:gd name="csX9" fmla="*/ 1999030 w 2104073"/>
              <a:gd name="csY9" fmla="*/ 1698347 h 1698347"/>
              <a:gd name="csX10" fmla="*/ 105043 w 2104073"/>
              <a:gd name="csY10" fmla="*/ 1698347 h 1698347"/>
              <a:gd name="csX11" fmla="*/ 0 w 2104073"/>
              <a:gd name="csY11" fmla="*/ 1593304 h 1698347"/>
              <a:gd name="csX12" fmla="*/ 0 w 2104073"/>
              <a:gd name="csY12" fmla="*/ 105043 h 1698347"/>
              <a:gd name="csX13" fmla="*/ 105043 w 2104073"/>
              <a:gd name="csY13" fmla="*/ 0 h 1698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04073" h="1698347">
                <a:moveTo>
                  <a:pt x="105043" y="0"/>
                </a:moveTo>
                <a:lnTo>
                  <a:pt x="1999030" y="0"/>
                </a:lnTo>
                <a:cubicBezTo>
                  <a:pt x="2057044" y="0"/>
                  <a:pt x="2104073" y="47029"/>
                  <a:pt x="2104073" y="105043"/>
                </a:cubicBezTo>
                <a:lnTo>
                  <a:pt x="2104073" y="610752"/>
                </a:lnTo>
                <a:lnTo>
                  <a:pt x="2066466" y="622425"/>
                </a:lnTo>
                <a:cubicBezTo>
                  <a:pt x="1978142" y="659783"/>
                  <a:pt x="1916167" y="747241"/>
                  <a:pt x="1916167" y="849174"/>
                </a:cubicBezTo>
                <a:cubicBezTo>
                  <a:pt x="1916167" y="951107"/>
                  <a:pt x="1978142" y="1038565"/>
                  <a:pt x="2066466" y="1075923"/>
                </a:cubicBezTo>
                <a:lnTo>
                  <a:pt x="2104073" y="1087597"/>
                </a:lnTo>
                <a:lnTo>
                  <a:pt x="2104073" y="1593304"/>
                </a:lnTo>
                <a:cubicBezTo>
                  <a:pt x="2104073" y="1651318"/>
                  <a:pt x="2057044" y="1698347"/>
                  <a:pt x="1999030" y="1698347"/>
                </a:cubicBezTo>
                <a:lnTo>
                  <a:pt x="105043" y="1698347"/>
                </a:lnTo>
                <a:cubicBezTo>
                  <a:pt x="47029" y="1698347"/>
                  <a:pt x="0" y="1651318"/>
                  <a:pt x="0" y="1593304"/>
                </a:cubicBezTo>
                <a:lnTo>
                  <a:pt x="0" y="105043"/>
                </a:lnTo>
                <a:cubicBezTo>
                  <a:pt x="0" y="47029"/>
                  <a:pt x="47029" y="0"/>
                  <a:pt x="10504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91440" tIns="777240" rIns="91440" bIns="91440" rtlCol="0" anchor="t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400">
                <a:ln w="3175">
                  <a:noFill/>
                </a:ln>
                <a:solidFill>
                  <a:schemeClr val="bg1"/>
                </a:solidFill>
                <a:latin typeface="+mj-lt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pPr marL="0" marR="0" lvl="0" indent="0" algn="ctr" defTabSz="227585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0" i="0" u="none" strike="noStrike" kern="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13E55-1323-1801-E77C-8CD2DFA9A1D6}"/>
              </a:ext>
            </a:extLst>
          </p:cNvPr>
          <p:cNvSpPr txBox="1">
            <a:spLocks/>
          </p:cNvSpPr>
          <p:nvPr/>
        </p:nvSpPr>
        <p:spPr>
          <a:xfrm>
            <a:off x="3943164" y="2904635"/>
            <a:ext cx="2116371" cy="1698347"/>
          </a:xfrm>
          <a:custGeom>
            <a:avLst/>
            <a:gdLst>
              <a:gd name="csX0" fmla="*/ 105043 w 2104073"/>
              <a:gd name="csY0" fmla="*/ 0 h 1698347"/>
              <a:gd name="csX1" fmla="*/ 1999030 w 2104073"/>
              <a:gd name="csY1" fmla="*/ 0 h 1698347"/>
              <a:gd name="csX2" fmla="*/ 2104073 w 2104073"/>
              <a:gd name="csY2" fmla="*/ 105043 h 1698347"/>
              <a:gd name="csX3" fmla="*/ 2104073 w 2104073"/>
              <a:gd name="csY3" fmla="*/ 612402 h 1698347"/>
              <a:gd name="csX4" fmla="*/ 2071784 w 2104073"/>
              <a:gd name="csY4" fmla="*/ 622425 h 1698347"/>
              <a:gd name="csX5" fmla="*/ 1921485 w 2104073"/>
              <a:gd name="csY5" fmla="*/ 849174 h 1698347"/>
              <a:gd name="csX6" fmla="*/ 2071784 w 2104073"/>
              <a:gd name="csY6" fmla="*/ 1075923 h 1698347"/>
              <a:gd name="csX7" fmla="*/ 2104073 w 2104073"/>
              <a:gd name="csY7" fmla="*/ 1085946 h 1698347"/>
              <a:gd name="csX8" fmla="*/ 2104073 w 2104073"/>
              <a:gd name="csY8" fmla="*/ 1593304 h 1698347"/>
              <a:gd name="csX9" fmla="*/ 1999030 w 2104073"/>
              <a:gd name="csY9" fmla="*/ 1698347 h 1698347"/>
              <a:gd name="csX10" fmla="*/ 105043 w 2104073"/>
              <a:gd name="csY10" fmla="*/ 1698347 h 1698347"/>
              <a:gd name="csX11" fmla="*/ 0 w 2104073"/>
              <a:gd name="csY11" fmla="*/ 1593304 h 1698347"/>
              <a:gd name="csX12" fmla="*/ 0 w 2104073"/>
              <a:gd name="csY12" fmla="*/ 1084295 h 1698347"/>
              <a:gd name="csX13" fmla="*/ 26971 w 2104073"/>
              <a:gd name="csY13" fmla="*/ 1075923 h 1698347"/>
              <a:gd name="csX14" fmla="*/ 177270 w 2104073"/>
              <a:gd name="csY14" fmla="*/ 849174 h 1698347"/>
              <a:gd name="csX15" fmla="*/ 26971 w 2104073"/>
              <a:gd name="csY15" fmla="*/ 622425 h 1698347"/>
              <a:gd name="csX16" fmla="*/ 0 w 2104073"/>
              <a:gd name="csY16" fmla="*/ 614053 h 1698347"/>
              <a:gd name="csX17" fmla="*/ 0 w 2104073"/>
              <a:gd name="csY17" fmla="*/ 105043 h 1698347"/>
              <a:gd name="csX18" fmla="*/ 105043 w 2104073"/>
              <a:gd name="csY18" fmla="*/ 0 h 1698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104073" h="1698347">
                <a:moveTo>
                  <a:pt x="105043" y="0"/>
                </a:moveTo>
                <a:lnTo>
                  <a:pt x="1999030" y="0"/>
                </a:lnTo>
                <a:cubicBezTo>
                  <a:pt x="2057044" y="0"/>
                  <a:pt x="2104073" y="47029"/>
                  <a:pt x="2104073" y="105043"/>
                </a:cubicBezTo>
                <a:lnTo>
                  <a:pt x="2104073" y="612402"/>
                </a:lnTo>
                <a:lnTo>
                  <a:pt x="2071784" y="622425"/>
                </a:lnTo>
                <a:cubicBezTo>
                  <a:pt x="1983460" y="659783"/>
                  <a:pt x="1921485" y="747241"/>
                  <a:pt x="1921485" y="849174"/>
                </a:cubicBezTo>
                <a:cubicBezTo>
                  <a:pt x="1921485" y="951107"/>
                  <a:pt x="1983460" y="1038565"/>
                  <a:pt x="2071784" y="1075923"/>
                </a:cubicBezTo>
                <a:lnTo>
                  <a:pt x="2104073" y="1085946"/>
                </a:lnTo>
                <a:lnTo>
                  <a:pt x="2104073" y="1593304"/>
                </a:lnTo>
                <a:cubicBezTo>
                  <a:pt x="2104073" y="1651318"/>
                  <a:pt x="2057044" y="1698347"/>
                  <a:pt x="1999030" y="1698347"/>
                </a:cubicBezTo>
                <a:lnTo>
                  <a:pt x="105043" y="1698347"/>
                </a:lnTo>
                <a:cubicBezTo>
                  <a:pt x="47029" y="1698347"/>
                  <a:pt x="0" y="1651318"/>
                  <a:pt x="0" y="1593304"/>
                </a:cubicBezTo>
                <a:lnTo>
                  <a:pt x="0" y="1084295"/>
                </a:lnTo>
                <a:lnTo>
                  <a:pt x="26971" y="1075923"/>
                </a:lnTo>
                <a:cubicBezTo>
                  <a:pt x="115296" y="1038565"/>
                  <a:pt x="177270" y="951107"/>
                  <a:pt x="177270" y="849174"/>
                </a:cubicBezTo>
                <a:cubicBezTo>
                  <a:pt x="177270" y="747241"/>
                  <a:pt x="115296" y="659783"/>
                  <a:pt x="26971" y="622425"/>
                </a:cubicBezTo>
                <a:lnTo>
                  <a:pt x="0" y="614053"/>
                </a:lnTo>
                <a:lnTo>
                  <a:pt x="0" y="105043"/>
                </a:lnTo>
                <a:cubicBezTo>
                  <a:pt x="0" y="47029"/>
                  <a:pt x="47029" y="0"/>
                  <a:pt x="10504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91440" tIns="777240" rIns="91440" bIns="91440" rtlCol="0" anchor="t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400">
                <a:ln w="3175">
                  <a:noFill/>
                </a:ln>
                <a:solidFill>
                  <a:schemeClr val="bg1"/>
                </a:solidFill>
                <a:latin typeface="+mj-lt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pPr marL="0" marR="0" lvl="0" indent="0" algn="ctr" defTabSz="227585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0" i="0" u="none" strike="noStrike" kern="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8342E-5E9A-0E12-C8CD-7803E78BA315}"/>
              </a:ext>
            </a:extLst>
          </p:cNvPr>
          <p:cNvSpPr txBox="1">
            <a:spLocks/>
          </p:cNvSpPr>
          <p:nvPr/>
        </p:nvSpPr>
        <p:spPr>
          <a:xfrm>
            <a:off x="6187277" y="2904635"/>
            <a:ext cx="2116371" cy="1698347"/>
          </a:xfrm>
          <a:custGeom>
            <a:avLst/>
            <a:gdLst>
              <a:gd name="csX0" fmla="*/ 105043 w 2104073"/>
              <a:gd name="csY0" fmla="*/ 0 h 1698347"/>
              <a:gd name="csX1" fmla="*/ 1999030 w 2104073"/>
              <a:gd name="csY1" fmla="*/ 0 h 1698347"/>
              <a:gd name="csX2" fmla="*/ 2104073 w 2104073"/>
              <a:gd name="csY2" fmla="*/ 105043 h 1698347"/>
              <a:gd name="csX3" fmla="*/ 2104073 w 2104073"/>
              <a:gd name="csY3" fmla="*/ 612402 h 1698347"/>
              <a:gd name="csX4" fmla="*/ 2071784 w 2104073"/>
              <a:gd name="csY4" fmla="*/ 622425 h 1698347"/>
              <a:gd name="csX5" fmla="*/ 1921485 w 2104073"/>
              <a:gd name="csY5" fmla="*/ 849174 h 1698347"/>
              <a:gd name="csX6" fmla="*/ 2071784 w 2104073"/>
              <a:gd name="csY6" fmla="*/ 1075923 h 1698347"/>
              <a:gd name="csX7" fmla="*/ 2104073 w 2104073"/>
              <a:gd name="csY7" fmla="*/ 1085946 h 1698347"/>
              <a:gd name="csX8" fmla="*/ 2104073 w 2104073"/>
              <a:gd name="csY8" fmla="*/ 1593304 h 1698347"/>
              <a:gd name="csX9" fmla="*/ 1999030 w 2104073"/>
              <a:gd name="csY9" fmla="*/ 1698347 h 1698347"/>
              <a:gd name="csX10" fmla="*/ 105043 w 2104073"/>
              <a:gd name="csY10" fmla="*/ 1698347 h 1698347"/>
              <a:gd name="csX11" fmla="*/ 0 w 2104073"/>
              <a:gd name="csY11" fmla="*/ 1593304 h 1698347"/>
              <a:gd name="csX12" fmla="*/ 0 w 2104073"/>
              <a:gd name="csY12" fmla="*/ 1085946 h 1698347"/>
              <a:gd name="csX13" fmla="*/ 32289 w 2104073"/>
              <a:gd name="csY13" fmla="*/ 1075923 h 1698347"/>
              <a:gd name="csX14" fmla="*/ 182588 w 2104073"/>
              <a:gd name="csY14" fmla="*/ 849174 h 1698347"/>
              <a:gd name="csX15" fmla="*/ 32289 w 2104073"/>
              <a:gd name="csY15" fmla="*/ 622425 h 1698347"/>
              <a:gd name="csX16" fmla="*/ 0 w 2104073"/>
              <a:gd name="csY16" fmla="*/ 612402 h 1698347"/>
              <a:gd name="csX17" fmla="*/ 0 w 2104073"/>
              <a:gd name="csY17" fmla="*/ 105043 h 1698347"/>
              <a:gd name="csX18" fmla="*/ 105043 w 2104073"/>
              <a:gd name="csY18" fmla="*/ 0 h 1698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104073" h="1698347">
                <a:moveTo>
                  <a:pt x="105043" y="0"/>
                </a:moveTo>
                <a:lnTo>
                  <a:pt x="1999030" y="0"/>
                </a:lnTo>
                <a:cubicBezTo>
                  <a:pt x="2057044" y="0"/>
                  <a:pt x="2104073" y="47029"/>
                  <a:pt x="2104073" y="105043"/>
                </a:cubicBezTo>
                <a:lnTo>
                  <a:pt x="2104073" y="612402"/>
                </a:lnTo>
                <a:lnTo>
                  <a:pt x="2071784" y="622425"/>
                </a:lnTo>
                <a:cubicBezTo>
                  <a:pt x="1983460" y="659783"/>
                  <a:pt x="1921485" y="747241"/>
                  <a:pt x="1921485" y="849174"/>
                </a:cubicBezTo>
                <a:cubicBezTo>
                  <a:pt x="1921485" y="951107"/>
                  <a:pt x="1983460" y="1038565"/>
                  <a:pt x="2071784" y="1075923"/>
                </a:cubicBezTo>
                <a:lnTo>
                  <a:pt x="2104073" y="1085946"/>
                </a:lnTo>
                <a:lnTo>
                  <a:pt x="2104073" y="1593304"/>
                </a:lnTo>
                <a:cubicBezTo>
                  <a:pt x="2104073" y="1651318"/>
                  <a:pt x="2057044" y="1698347"/>
                  <a:pt x="1999030" y="1698347"/>
                </a:cubicBezTo>
                <a:lnTo>
                  <a:pt x="105043" y="1698347"/>
                </a:lnTo>
                <a:cubicBezTo>
                  <a:pt x="47029" y="1698347"/>
                  <a:pt x="0" y="1651318"/>
                  <a:pt x="0" y="1593304"/>
                </a:cubicBezTo>
                <a:lnTo>
                  <a:pt x="0" y="1085946"/>
                </a:lnTo>
                <a:lnTo>
                  <a:pt x="32289" y="1075923"/>
                </a:lnTo>
                <a:cubicBezTo>
                  <a:pt x="120614" y="1038565"/>
                  <a:pt x="182588" y="951107"/>
                  <a:pt x="182588" y="849174"/>
                </a:cubicBezTo>
                <a:cubicBezTo>
                  <a:pt x="182588" y="747241"/>
                  <a:pt x="120614" y="659783"/>
                  <a:pt x="32289" y="622425"/>
                </a:cubicBezTo>
                <a:lnTo>
                  <a:pt x="0" y="612402"/>
                </a:lnTo>
                <a:lnTo>
                  <a:pt x="0" y="105043"/>
                </a:lnTo>
                <a:cubicBezTo>
                  <a:pt x="0" y="47029"/>
                  <a:pt x="47029" y="0"/>
                  <a:pt x="10504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91440" tIns="777240" rIns="91440" bIns="91440" rtlCol="0" anchor="t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400">
                <a:ln w="3175">
                  <a:noFill/>
                </a:ln>
                <a:solidFill>
                  <a:schemeClr val="bg1"/>
                </a:solidFill>
                <a:latin typeface="+mj-lt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pPr marL="0" marR="0" lvl="0" indent="0" algn="ctr" defTabSz="227585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0" i="0" u="none" strike="noStrike" kern="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U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901A4-8118-0078-0D91-5D660BACF567}"/>
              </a:ext>
            </a:extLst>
          </p:cNvPr>
          <p:cNvSpPr txBox="1">
            <a:spLocks/>
          </p:cNvSpPr>
          <p:nvPr/>
        </p:nvSpPr>
        <p:spPr>
          <a:xfrm>
            <a:off x="8408952" y="2904635"/>
            <a:ext cx="2116371" cy="1698347"/>
          </a:xfrm>
          <a:custGeom>
            <a:avLst/>
            <a:gdLst>
              <a:gd name="csX0" fmla="*/ 105043 w 2104073"/>
              <a:gd name="csY0" fmla="*/ 0 h 1698347"/>
              <a:gd name="csX1" fmla="*/ 1999030 w 2104073"/>
              <a:gd name="csY1" fmla="*/ 0 h 1698347"/>
              <a:gd name="csX2" fmla="*/ 2104073 w 2104073"/>
              <a:gd name="csY2" fmla="*/ 105043 h 1698347"/>
              <a:gd name="csX3" fmla="*/ 2104073 w 2104073"/>
              <a:gd name="csY3" fmla="*/ 1593304 h 1698347"/>
              <a:gd name="csX4" fmla="*/ 1999030 w 2104073"/>
              <a:gd name="csY4" fmla="*/ 1698347 h 1698347"/>
              <a:gd name="csX5" fmla="*/ 105043 w 2104073"/>
              <a:gd name="csY5" fmla="*/ 1698347 h 1698347"/>
              <a:gd name="csX6" fmla="*/ 0 w 2104073"/>
              <a:gd name="csY6" fmla="*/ 1593304 h 1698347"/>
              <a:gd name="csX7" fmla="*/ 0 w 2104073"/>
              <a:gd name="csY7" fmla="*/ 1085946 h 1698347"/>
              <a:gd name="csX8" fmla="*/ 32289 w 2104073"/>
              <a:gd name="csY8" fmla="*/ 1075923 h 1698347"/>
              <a:gd name="csX9" fmla="*/ 182588 w 2104073"/>
              <a:gd name="csY9" fmla="*/ 849174 h 1698347"/>
              <a:gd name="csX10" fmla="*/ 32289 w 2104073"/>
              <a:gd name="csY10" fmla="*/ 622425 h 1698347"/>
              <a:gd name="csX11" fmla="*/ 0 w 2104073"/>
              <a:gd name="csY11" fmla="*/ 612402 h 1698347"/>
              <a:gd name="csX12" fmla="*/ 0 w 2104073"/>
              <a:gd name="csY12" fmla="*/ 105043 h 1698347"/>
              <a:gd name="csX13" fmla="*/ 105043 w 2104073"/>
              <a:gd name="csY13" fmla="*/ 0 h 16983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04073" h="1698347">
                <a:moveTo>
                  <a:pt x="105043" y="0"/>
                </a:moveTo>
                <a:lnTo>
                  <a:pt x="1999030" y="0"/>
                </a:lnTo>
                <a:cubicBezTo>
                  <a:pt x="2057044" y="0"/>
                  <a:pt x="2104073" y="47029"/>
                  <a:pt x="2104073" y="105043"/>
                </a:cubicBezTo>
                <a:lnTo>
                  <a:pt x="2104073" y="1593304"/>
                </a:lnTo>
                <a:cubicBezTo>
                  <a:pt x="2104073" y="1651318"/>
                  <a:pt x="2057044" y="1698347"/>
                  <a:pt x="1999030" y="1698347"/>
                </a:cubicBezTo>
                <a:lnTo>
                  <a:pt x="105043" y="1698347"/>
                </a:lnTo>
                <a:cubicBezTo>
                  <a:pt x="47029" y="1698347"/>
                  <a:pt x="0" y="1651318"/>
                  <a:pt x="0" y="1593304"/>
                </a:cubicBezTo>
                <a:lnTo>
                  <a:pt x="0" y="1085946"/>
                </a:lnTo>
                <a:lnTo>
                  <a:pt x="32289" y="1075923"/>
                </a:lnTo>
                <a:cubicBezTo>
                  <a:pt x="120613" y="1038565"/>
                  <a:pt x="182588" y="951107"/>
                  <a:pt x="182588" y="849174"/>
                </a:cubicBezTo>
                <a:cubicBezTo>
                  <a:pt x="182588" y="747241"/>
                  <a:pt x="120613" y="659783"/>
                  <a:pt x="32289" y="622425"/>
                </a:cubicBezTo>
                <a:lnTo>
                  <a:pt x="0" y="612402"/>
                </a:lnTo>
                <a:lnTo>
                  <a:pt x="0" y="105043"/>
                </a:lnTo>
                <a:cubicBezTo>
                  <a:pt x="0" y="47029"/>
                  <a:pt x="47029" y="0"/>
                  <a:pt x="105043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txBody>
          <a:bodyPr wrap="square" lIns="91440" tIns="777240" rIns="91440" bIns="91440" rtlCol="0" anchor="t" anchorCtr="0">
            <a:noAutofit/>
          </a:bodyPr>
          <a:lstStyle>
            <a:defPPr>
              <a:defRPr lang="en-US"/>
            </a:defPPr>
            <a:lvl1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  <a:defRPr sz="1400">
                <a:ln w="3175">
                  <a:noFill/>
                </a:ln>
                <a:solidFill>
                  <a:schemeClr val="bg1"/>
                </a:solidFill>
                <a:latin typeface="+mj-lt"/>
                <a:cs typeface="Segoe UI" pitchFamily="34" charset="0"/>
              </a:defRPr>
            </a:lvl1pPr>
            <a:lvl2pPr marL="358814" defTabSz="717626">
              <a:defRPr sz="1413"/>
            </a:lvl2pPr>
            <a:lvl3pPr marL="717626" defTabSz="717626">
              <a:defRPr sz="1413"/>
            </a:lvl3pPr>
            <a:lvl4pPr marL="1076440" defTabSz="717626">
              <a:defRPr sz="1413"/>
            </a:lvl4pPr>
            <a:lvl5pPr marL="1435252" defTabSz="717626">
              <a:defRPr sz="1413"/>
            </a:lvl5pPr>
            <a:lvl6pPr marL="1794066" defTabSz="717626">
              <a:defRPr sz="1413"/>
            </a:lvl6pPr>
            <a:lvl7pPr marL="2152877" defTabSz="717626">
              <a:defRPr sz="1413"/>
            </a:lvl7pPr>
            <a:lvl8pPr marL="2511691" defTabSz="717626">
              <a:defRPr sz="1413"/>
            </a:lvl8pPr>
            <a:lvl9pPr marL="2870503" defTabSz="717626">
              <a:defRPr sz="1413"/>
            </a:lvl9pPr>
          </a:lstStyle>
          <a:p>
            <a:pPr marL="0" marR="0" lvl="0" indent="0" algn="ctr" defTabSz="227585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400" b="0" i="0" u="none" strike="noStrike" kern="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6B5BC9-AFC9-E6F1-6705-C4A3E75A8B32}"/>
              </a:ext>
            </a:extLst>
          </p:cNvPr>
          <p:cNvSpPr txBox="1"/>
          <p:nvPr/>
        </p:nvSpPr>
        <p:spPr>
          <a:xfrm>
            <a:off x="1837491" y="3061190"/>
            <a:ext cx="1839489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541895" fontAlgn="base">
              <a:spcBef>
                <a:spcPct val="0"/>
              </a:spcBef>
              <a:spcAft>
                <a:spcPct val="0"/>
              </a:spcAft>
              <a:tabLst>
                <a:tab pos="881290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GitHub Copilot </a:t>
            </a:r>
            <a:r>
              <a:rPr lang="en-US" sz="1600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drives the development loop in VS Code/CLI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633452-11FA-18E7-678F-77380190B07B}"/>
              </a:ext>
            </a:extLst>
          </p:cNvPr>
          <p:cNvSpPr txBox="1"/>
          <p:nvPr/>
        </p:nvSpPr>
        <p:spPr>
          <a:xfrm>
            <a:off x="4081605" y="3061190"/>
            <a:ext cx="1839489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541895" fontAlgn="base">
              <a:spcBef>
                <a:spcPct val="0"/>
              </a:spcBef>
              <a:spcAft>
                <a:spcPct val="0"/>
              </a:spcAft>
              <a:tabLst>
                <a:tab pos="881290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Microsoft Foundry Skill </a:t>
            </a:r>
            <a:r>
              <a:rPr lang="en-US" sz="1600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gives Copilot Foundry-specific knowledge to generate accurate code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FA6793-B7E2-1E3F-8368-B7729D1ACED8}"/>
              </a:ext>
            </a:extLst>
          </p:cNvPr>
          <p:cNvSpPr txBox="1"/>
          <p:nvPr/>
        </p:nvSpPr>
        <p:spPr>
          <a:xfrm>
            <a:off x="6325719" y="3061190"/>
            <a:ext cx="1839489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541895" fontAlgn="base">
              <a:spcBef>
                <a:spcPct val="0"/>
              </a:spcBef>
              <a:spcAft>
                <a:spcPct val="0"/>
              </a:spcAft>
              <a:tabLst>
                <a:tab pos="881290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Foundry Toolkit </a:t>
            </a:r>
            <a:r>
              <a:rPr lang="en-US" sz="1600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extension in VS Code streamlines debugging and tracing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B3E1A-1F1F-C06C-281C-4AE6FBD62A83}"/>
              </a:ext>
            </a:extLst>
          </p:cNvPr>
          <p:cNvSpPr txBox="1"/>
          <p:nvPr/>
        </p:nvSpPr>
        <p:spPr>
          <a:xfrm>
            <a:off x="8547394" y="3061190"/>
            <a:ext cx="1839489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541895" fontAlgn="base">
              <a:spcBef>
                <a:spcPct val="0"/>
              </a:spcBef>
              <a:spcAft>
                <a:spcPct val="0"/>
              </a:spcAft>
              <a:tabLst>
                <a:tab pos="881290" algn="l"/>
              </a:tabLst>
              <a:defRPr/>
            </a:pPr>
            <a:r>
              <a:rPr lang="en-US" sz="1600" b="1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Foundry Hosted Agent </a:t>
            </a:r>
            <a:r>
              <a:rPr lang="en-US" sz="1600" dirty="0">
                <a:solidFill>
                  <a:srgbClr val="000000"/>
                </a:solidFill>
                <a:latin typeface="Segoe Sans Display"/>
                <a:cs typeface="Segoe Sans Display" pitchFamily="2" charset="0"/>
              </a:rPr>
              <a:t>provides managed deployment and  runtime infrastructure</a:t>
            </a:r>
            <a:endParaRPr lang="en-US" sz="1600" b="1" dirty="0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22" name="Graphic 29">
            <a:extLst>
              <a:ext uri="{FF2B5EF4-FFF2-40B4-BE49-F238E27FC236}">
                <a16:creationId xmlns:a16="http://schemas.microsoft.com/office/drawing/2014/main" id="{7C805356-EB97-E113-7F91-11705186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9986" y="3595429"/>
            <a:ext cx="318613" cy="316760"/>
          </a:xfrm>
          <a:custGeom>
            <a:avLst/>
            <a:gdLst>
              <a:gd name="connsiteX0" fmla="*/ 95250 w 190500"/>
              <a:gd name="connsiteY0" fmla="*/ 0 h 190499"/>
              <a:gd name="connsiteX1" fmla="*/ 190500 w 190500"/>
              <a:gd name="connsiteY1" fmla="*/ 95250 h 190499"/>
              <a:gd name="connsiteX2" fmla="*/ 95250 w 190500"/>
              <a:gd name="connsiteY2" fmla="*/ 190500 h 190499"/>
              <a:gd name="connsiteX3" fmla="*/ 0 w 190500"/>
              <a:gd name="connsiteY3" fmla="*/ 95250 h 190499"/>
              <a:gd name="connsiteX4" fmla="*/ 95250 w 190500"/>
              <a:gd name="connsiteY4" fmla="*/ 0 h 190499"/>
              <a:gd name="connsiteX5" fmla="*/ 102689 w 190500"/>
              <a:gd name="connsiteY5" fmla="*/ 52092 h 190499"/>
              <a:gd name="connsiteX6" fmla="*/ 101889 w 190500"/>
              <a:gd name="connsiteY6" fmla="*/ 51397 h 190499"/>
              <a:gd name="connsiteX7" fmla="*/ 93478 w 190500"/>
              <a:gd name="connsiteY7" fmla="*/ 51330 h 190499"/>
              <a:gd name="connsiteX8" fmla="*/ 92583 w 190500"/>
              <a:gd name="connsiteY8" fmla="*/ 52092 h 190499"/>
              <a:gd name="connsiteX9" fmla="*/ 91897 w 190500"/>
              <a:gd name="connsiteY9" fmla="*/ 52892 h 190499"/>
              <a:gd name="connsiteX10" fmla="*/ 91831 w 190500"/>
              <a:gd name="connsiteY10" fmla="*/ 61303 h 190499"/>
              <a:gd name="connsiteX11" fmla="*/ 92593 w 190500"/>
              <a:gd name="connsiteY11" fmla="*/ 62198 h 190499"/>
              <a:gd name="connsiteX12" fmla="*/ 118491 w 190500"/>
              <a:gd name="connsiteY12" fmla="*/ 88106 h 190499"/>
              <a:gd name="connsiteX13" fmla="*/ 54769 w 190500"/>
              <a:gd name="connsiteY13" fmla="*/ 88106 h 190499"/>
              <a:gd name="connsiteX14" fmla="*/ 53797 w 190500"/>
              <a:gd name="connsiteY14" fmla="*/ 88163 h 190499"/>
              <a:gd name="connsiteX15" fmla="*/ 47692 w 190500"/>
              <a:gd name="connsiteY15" fmla="*/ 94278 h 190499"/>
              <a:gd name="connsiteX16" fmla="*/ 47625 w 190500"/>
              <a:gd name="connsiteY16" fmla="*/ 95240 h 190499"/>
              <a:gd name="connsiteX17" fmla="*/ 47692 w 190500"/>
              <a:gd name="connsiteY17" fmla="*/ 96212 h 190499"/>
              <a:gd name="connsiteX18" fmla="*/ 53797 w 190500"/>
              <a:gd name="connsiteY18" fmla="*/ 102318 h 190499"/>
              <a:gd name="connsiteX19" fmla="*/ 54769 w 190500"/>
              <a:gd name="connsiteY19" fmla="*/ 102384 h 190499"/>
              <a:gd name="connsiteX20" fmla="*/ 118491 w 190500"/>
              <a:gd name="connsiteY20" fmla="*/ 102384 h 190499"/>
              <a:gd name="connsiteX21" fmla="*/ 92583 w 190500"/>
              <a:gd name="connsiteY21" fmla="*/ 128292 h 190499"/>
              <a:gd name="connsiteX22" fmla="*/ 91888 w 190500"/>
              <a:gd name="connsiteY22" fmla="*/ 129102 h 190499"/>
              <a:gd name="connsiteX23" fmla="*/ 93316 w 190500"/>
              <a:gd name="connsiteY23" fmla="*/ 139103 h 190499"/>
              <a:gd name="connsiteX24" fmla="*/ 101889 w 190500"/>
              <a:gd name="connsiteY24" fmla="*/ 139103 h 190499"/>
              <a:gd name="connsiteX25" fmla="*/ 102680 w 190500"/>
              <a:gd name="connsiteY25" fmla="*/ 138408 h 190499"/>
              <a:gd name="connsiteX26" fmla="*/ 140799 w 190500"/>
              <a:gd name="connsiteY26" fmla="*/ 100308 h 190499"/>
              <a:gd name="connsiteX27" fmla="*/ 141484 w 190500"/>
              <a:gd name="connsiteY27" fmla="*/ 99498 h 190499"/>
              <a:gd name="connsiteX28" fmla="*/ 141561 w 190500"/>
              <a:gd name="connsiteY28" fmla="*/ 91097 h 190499"/>
              <a:gd name="connsiteX29" fmla="*/ 140799 w 190500"/>
              <a:gd name="connsiteY29" fmla="*/ 90202 h 190499"/>
              <a:gd name="connsiteX30" fmla="*/ 102699 w 190500"/>
              <a:gd name="connsiteY30" fmla="*/ 52092 h 190499"/>
              <a:gd name="connsiteX31" fmla="*/ 101889 w 190500"/>
              <a:gd name="connsiteY31" fmla="*/ 51397 h 190499"/>
              <a:gd name="connsiteX32" fmla="*/ 102689 w 190500"/>
              <a:gd name="connsiteY32" fmla="*/ 52092 h 190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90500" h="190499">
                <a:moveTo>
                  <a:pt x="95250" y="0"/>
                </a:moveTo>
                <a:cubicBezTo>
                  <a:pt x="147866" y="0"/>
                  <a:pt x="190500" y="42643"/>
                  <a:pt x="190500" y="95250"/>
                </a:cubicBezTo>
                <a:cubicBezTo>
                  <a:pt x="190500" y="147857"/>
                  <a:pt x="147866" y="190500"/>
                  <a:pt x="95250" y="190500"/>
                </a:cubicBezTo>
                <a:cubicBezTo>
                  <a:pt x="42653" y="190500"/>
                  <a:pt x="0" y="147857"/>
                  <a:pt x="0" y="95250"/>
                </a:cubicBezTo>
                <a:cubicBezTo>
                  <a:pt x="0" y="42643"/>
                  <a:pt x="42653" y="0"/>
                  <a:pt x="95250" y="0"/>
                </a:cubicBezTo>
                <a:close/>
                <a:moveTo>
                  <a:pt x="102689" y="52092"/>
                </a:moveTo>
                <a:lnTo>
                  <a:pt x="101889" y="51397"/>
                </a:lnTo>
                <a:cubicBezTo>
                  <a:pt x="99397" y="49552"/>
                  <a:pt x="96000" y="49525"/>
                  <a:pt x="93478" y="51330"/>
                </a:cubicBezTo>
                <a:lnTo>
                  <a:pt x="92583" y="52092"/>
                </a:lnTo>
                <a:lnTo>
                  <a:pt x="91897" y="52892"/>
                </a:lnTo>
                <a:cubicBezTo>
                  <a:pt x="90052" y="55384"/>
                  <a:pt x="90026" y="58782"/>
                  <a:pt x="91831" y="61303"/>
                </a:cubicBezTo>
                <a:lnTo>
                  <a:pt x="92593" y="62198"/>
                </a:lnTo>
                <a:lnTo>
                  <a:pt x="118491" y="88106"/>
                </a:lnTo>
                <a:lnTo>
                  <a:pt x="54769" y="88106"/>
                </a:lnTo>
                <a:lnTo>
                  <a:pt x="53797" y="88163"/>
                </a:lnTo>
                <a:cubicBezTo>
                  <a:pt x="50620" y="88601"/>
                  <a:pt x="48124" y="91101"/>
                  <a:pt x="47692" y="94278"/>
                </a:cubicBezTo>
                <a:lnTo>
                  <a:pt x="47625" y="95240"/>
                </a:lnTo>
                <a:lnTo>
                  <a:pt x="47692" y="96212"/>
                </a:lnTo>
                <a:cubicBezTo>
                  <a:pt x="48128" y="99386"/>
                  <a:pt x="50623" y="101881"/>
                  <a:pt x="53797" y="102318"/>
                </a:cubicBezTo>
                <a:lnTo>
                  <a:pt x="54769" y="102384"/>
                </a:lnTo>
                <a:lnTo>
                  <a:pt x="118491" y="102384"/>
                </a:lnTo>
                <a:lnTo>
                  <a:pt x="92583" y="128292"/>
                </a:lnTo>
                <a:lnTo>
                  <a:pt x="91888" y="129102"/>
                </a:lnTo>
                <a:cubicBezTo>
                  <a:pt x="89521" y="132258"/>
                  <a:pt x="90160" y="136736"/>
                  <a:pt x="93316" y="139103"/>
                </a:cubicBezTo>
                <a:cubicBezTo>
                  <a:pt x="95857" y="141008"/>
                  <a:pt x="99349" y="141008"/>
                  <a:pt x="101889" y="139103"/>
                </a:cubicBezTo>
                <a:lnTo>
                  <a:pt x="102680" y="138408"/>
                </a:lnTo>
                <a:lnTo>
                  <a:pt x="140799" y="100308"/>
                </a:lnTo>
                <a:lnTo>
                  <a:pt x="141484" y="99498"/>
                </a:lnTo>
                <a:cubicBezTo>
                  <a:pt x="143327" y="97010"/>
                  <a:pt x="143359" y="93618"/>
                  <a:pt x="141561" y="91097"/>
                </a:cubicBezTo>
                <a:lnTo>
                  <a:pt x="140799" y="90202"/>
                </a:lnTo>
                <a:lnTo>
                  <a:pt x="102699" y="52092"/>
                </a:lnTo>
                <a:lnTo>
                  <a:pt x="101889" y="51397"/>
                </a:lnTo>
                <a:lnTo>
                  <a:pt x="102689" y="52092"/>
                </a:lnTo>
                <a:close/>
              </a:path>
            </a:pathLst>
          </a:custGeom>
          <a:solidFill>
            <a:srgbClr val="4F42FD"/>
          </a:solidFill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457109" eaLnBrk="1" fontAlgn="auto" latinLnBrk="0" hangingPunct="1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Sans Display Semibold" pitchFamily="2" charset="0"/>
            </a:endParaRPr>
          </a:p>
        </p:txBody>
      </p:sp>
      <p:sp>
        <p:nvSpPr>
          <p:cNvPr id="23" name="Graphic 29">
            <a:extLst>
              <a:ext uri="{FF2B5EF4-FFF2-40B4-BE49-F238E27FC236}">
                <a16:creationId xmlns:a16="http://schemas.microsoft.com/office/drawing/2014/main" id="{DAA91D80-788F-1DBE-A1EA-5614673F6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099" y="3595429"/>
            <a:ext cx="318613" cy="316760"/>
          </a:xfrm>
          <a:custGeom>
            <a:avLst/>
            <a:gdLst>
              <a:gd name="connsiteX0" fmla="*/ 95250 w 190500"/>
              <a:gd name="connsiteY0" fmla="*/ 0 h 190499"/>
              <a:gd name="connsiteX1" fmla="*/ 190500 w 190500"/>
              <a:gd name="connsiteY1" fmla="*/ 95250 h 190499"/>
              <a:gd name="connsiteX2" fmla="*/ 95250 w 190500"/>
              <a:gd name="connsiteY2" fmla="*/ 190500 h 190499"/>
              <a:gd name="connsiteX3" fmla="*/ 0 w 190500"/>
              <a:gd name="connsiteY3" fmla="*/ 95250 h 190499"/>
              <a:gd name="connsiteX4" fmla="*/ 95250 w 190500"/>
              <a:gd name="connsiteY4" fmla="*/ 0 h 190499"/>
              <a:gd name="connsiteX5" fmla="*/ 102689 w 190500"/>
              <a:gd name="connsiteY5" fmla="*/ 52092 h 190499"/>
              <a:gd name="connsiteX6" fmla="*/ 101889 w 190500"/>
              <a:gd name="connsiteY6" fmla="*/ 51397 h 190499"/>
              <a:gd name="connsiteX7" fmla="*/ 93478 w 190500"/>
              <a:gd name="connsiteY7" fmla="*/ 51330 h 190499"/>
              <a:gd name="connsiteX8" fmla="*/ 92583 w 190500"/>
              <a:gd name="connsiteY8" fmla="*/ 52092 h 190499"/>
              <a:gd name="connsiteX9" fmla="*/ 91897 w 190500"/>
              <a:gd name="connsiteY9" fmla="*/ 52892 h 190499"/>
              <a:gd name="connsiteX10" fmla="*/ 91831 w 190500"/>
              <a:gd name="connsiteY10" fmla="*/ 61303 h 190499"/>
              <a:gd name="connsiteX11" fmla="*/ 92593 w 190500"/>
              <a:gd name="connsiteY11" fmla="*/ 62198 h 190499"/>
              <a:gd name="connsiteX12" fmla="*/ 118491 w 190500"/>
              <a:gd name="connsiteY12" fmla="*/ 88106 h 190499"/>
              <a:gd name="connsiteX13" fmla="*/ 54769 w 190500"/>
              <a:gd name="connsiteY13" fmla="*/ 88106 h 190499"/>
              <a:gd name="connsiteX14" fmla="*/ 53797 w 190500"/>
              <a:gd name="connsiteY14" fmla="*/ 88163 h 190499"/>
              <a:gd name="connsiteX15" fmla="*/ 47692 w 190500"/>
              <a:gd name="connsiteY15" fmla="*/ 94278 h 190499"/>
              <a:gd name="connsiteX16" fmla="*/ 47625 w 190500"/>
              <a:gd name="connsiteY16" fmla="*/ 95240 h 190499"/>
              <a:gd name="connsiteX17" fmla="*/ 47692 w 190500"/>
              <a:gd name="connsiteY17" fmla="*/ 96212 h 190499"/>
              <a:gd name="connsiteX18" fmla="*/ 53797 w 190500"/>
              <a:gd name="connsiteY18" fmla="*/ 102318 h 190499"/>
              <a:gd name="connsiteX19" fmla="*/ 54769 w 190500"/>
              <a:gd name="connsiteY19" fmla="*/ 102384 h 190499"/>
              <a:gd name="connsiteX20" fmla="*/ 118491 w 190500"/>
              <a:gd name="connsiteY20" fmla="*/ 102384 h 190499"/>
              <a:gd name="connsiteX21" fmla="*/ 92583 w 190500"/>
              <a:gd name="connsiteY21" fmla="*/ 128292 h 190499"/>
              <a:gd name="connsiteX22" fmla="*/ 91888 w 190500"/>
              <a:gd name="connsiteY22" fmla="*/ 129102 h 190499"/>
              <a:gd name="connsiteX23" fmla="*/ 93316 w 190500"/>
              <a:gd name="connsiteY23" fmla="*/ 139103 h 190499"/>
              <a:gd name="connsiteX24" fmla="*/ 101889 w 190500"/>
              <a:gd name="connsiteY24" fmla="*/ 139103 h 190499"/>
              <a:gd name="connsiteX25" fmla="*/ 102680 w 190500"/>
              <a:gd name="connsiteY25" fmla="*/ 138408 h 190499"/>
              <a:gd name="connsiteX26" fmla="*/ 140799 w 190500"/>
              <a:gd name="connsiteY26" fmla="*/ 100308 h 190499"/>
              <a:gd name="connsiteX27" fmla="*/ 141484 w 190500"/>
              <a:gd name="connsiteY27" fmla="*/ 99498 h 190499"/>
              <a:gd name="connsiteX28" fmla="*/ 141561 w 190500"/>
              <a:gd name="connsiteY28" fmla="*/ 91097 h 190499"/>
              <a:gd name="connsiteX29" fmla="*/ 140799 w 190500"/>
              <a:gd name="connsiteY29" fmla="*/ 90202 h 190499"/>
              <a:gd name="connsiteX30" fmla="*/ 102699 w 190500"/>
              <a:gd name="connsiteY30" fmla="*/ 52092 h 190499"/>
              <a:gd name="connsiteX31" fmla="*/ 101889 w 190500"/>
              <a:gd name="connsiteY31" fmla="*/ 51397 h 190499"/>
              <a:gd name="connsiteX32" fmla="*/ 102689 w 190500"/>
              <a:gd name="connsiteY32" fmla="*/ 52092 h 190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90500" h="190499">
                <a:moveTo>
                  <a:pt x="95250" y="0"/>
                </a:moveTo>
                <a:cubicBezTo>
                  <a:pt x="147866" y="0"/>
                  <a:pt x="190500" y="42643"/>
                  <a:pt x="190500" y="95250"/>
                </a:cubicBezTo>
                <a:cubicBezTo>
                  <a:pt x="190500" y="147857"/>
                  <a:pt x="147866" y="190500"/>
                  <a:pt x="95250" y="190500"/>
                </a:cubicBezTo>
                <a:cubicBezTo>
                  <a:pt x="42653" y="190500"/>
                  <a:pt x="0" y="147857"/>
                  <a:pt x="0" y="95250"/>
                </a:cubicBezTo>
                <a:cubicBezTo>
                  <a:pt x="0" y="42643"/>
                  <a:pt x="42653" y="0"/>
                  <a:pt x="95250" y="0"/>
                </a:cubicBezTo>
                <a:close/>
                <a:moveTo>
                  <a:pt x="102689" y="52092"/>
                </a:moveTo>
                <a:lnTo>
                  <a:pt x="101889" y="51397"/>
                </a:lnTo>
                <a:cubicBezTo>
                  <a:pt x="99397" y="49552"/>
                  <a:pt x="96000" y="49525"/>
                  <a:pt x="93478" y="51330"/>
                </a:cubicBezTo>
                <a:lnTo>
                  <a:pt x="92583" y="52092"/>
                </a:lnTo>
                <a:lnTo>
                  <a:pt x="91897" y="52892"/>
                </a:lnTo>
                <a:cubicBezTo>
                  <a:pt x="90052" y="55384"/>
                  <a:pt x="90026" y="58782"/>
                  <a:pt x="91831" y="61303"/>
                </a:cubicBezTo>
                <a:lnTo>
                  <a:pt x="92593" y="62198"/>
                </a:lnTo>
                <a:lnTo>
                  <a:pt x="118491" y="88106"/>
                </a:lnTo>
                <a:lnTo>
                  <a:pt x="54769" y="88106"/>
                </a:lnTo>
                <a:lnTo>
                  <a:pt x="53797" y="88163"/>
                </a:lnTo>
                <a:cubicBezTo>
                  <a:pt x="50620" y="88601"/>
                  <a:pt x="48124" y="91101"/>
                  <a:pt x="47692" y="94278"/>
                </a:cubicBezTo>
                <a:lnTo>
                  <a:pt x="47625" y="95240"/>
                </a:lnTo>
                <a:lnTo>
                  <a:pt x="47692" y="96212"/>
                </a:lnTo>
                <a:cubicBezTo>
                  <a:pt x="48128" y="99386"/>
                  <a:pt x="50623" y="101881"/>
                  <a:pt x="53797" y="102318"/>
                </a:cubicBezTo>
                <a:lnTo>
                  <a:pt x="54769" y="102384"/>
                </a:lnTo>
                <a:lnTo>
                  <a:pt x="118491" y="102384"/>
                </a:lnTo>
                <a:lnTo>
                  <a:pt x="92583" y="128292"/>
                </a:lnTo>
                <a:lnTo>
                  <a:pt x="91888" y="129102"/>
                </a:lnTo>
                <a:cubicBezTo>
                  <a:pt x="89521" y="132258"/>
                  <a:pt x="90160" y="136736"/>
                  <a:pt x="93316" y="139103"/>
                </a:cubicBezTo>
                <a:cubicBezTo>
                  <a:pt x="95857" y="141008"/>
                  <a:pt x="99349" y="141008"/>
                  <a:pt x="101889" y="139103"/>
                </a:cubicBezTo>
                <a:lnTo>
                  <a:pt x="102680" y="138408"/>
                </a:lnTo>
                <a:lnTo>
                  <a:pt x="140799" y="100308"/>
                </a:lnTo>
                <a:lnTo>
                  <a:pt x="141484" y="99498"/>
                </a:lnTo>
                <a:cubicBezTo>
                  <a:pt x="143327" y="97010"/>
                  <a:pt x="143359" y="93618"/>
                  <a:pt x="141561" y="91097"/>
                </a:cubicBezTo>
                <a:lnTo>
                  <a:pt x="140799" y="90202"/>
                </a:lnTo>
                <a:lnTo>
                  <a:pt x="102699" y="52092"/>
                </a:lnTo>
                <a:lnTo>
                  <a:pt x="101889" y="51397"/>
                </a:lnTo>
                <a:lnTo>
                  <a:pt x="102689" y="52092"/>
                </a:lnTo>
                <a:close/>
              </a:path>
            </a:pathLst>
          </a:custGeom>
          <a:solidFill>
            <a:srgbClr val="4F42FD"/>
          </a:solidFill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457109" eaLnBrk="1" fontAlgn="auto" latinLnBrk="0" hangingPunct="1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Sans Display Semibold" pitchFamily="2" charset="0"/>
            </a:endParaRPr>
          </a:p>
        </p:txBody>
      </p:sp>
      <p:sp>
        <p:nvSpPr>
          <p:cNvPr id="24" name="Graphic 29">
            <a:extLst>
              <a:ext uri="{FF2B5EF4-FFF2-40B4-BE49-F238E27FC236}">
                <a16:creationId xmlns:a16="http://schemas.microsoft.com/office/drawing/2014/main" id="{1178462D-6336-31C7-515D-63F439352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8213" y="3595429"/>
            <a:ext cx="318613" cy="316760"/>
          </a:xfrm>
          <a:custGeom>
            <a:avLst/>
            <a:gdLst>
              <a:gd name="connsiteX0" fmla="*/ 95250 w 190500"/>
              <a:gd name="connsiteY0" fmla="*/ 0 h 190499"/>
              <a:gd name="connsiteX1" fmla="*/ 190500 w 190500"/>
              <a:gd name="connsiteY1" fmla="*/ 95250 h 190499"/>
              <a:gd name="connsiteX2" fmla="*/ 95250 w 190500"/>
              <a:gd name="connsiteY2" fmla="*/ 190500 h 190499"/>
              <a:gd name="connsiteX3" fmla="*/ 0 w 190500"/>
              <a:gd name="connsiteY3" fmla="*/ 95250 h 190499"/>
              <a:gd name="connsiteX4" fmla="*/ 95250 w 190500"/>
              <a:gd name="connsiteY4" fmla="*/ 0 h 190499"/>
              <a:gd name="connsiteX5" fmla="*/ 102689 w 190500"/>
              <a:gd name="connsiteY5" fmla="*/ 52092 h 190499"/>
              <a:gd name="connsiteX6" fmla="*/ 101889 w 190500"/>
              <a:gd name="connsiteY6" fmla="*/ 51397 h 190499"/>
              <a:gd name="connsiteX7" fmla="*/ 93478 w 190500"/>
              <a:gd name="connsiteY7" fmla="*/ 51330 h 190499"/>
              <a:gd name="connsiteX8" fmla="*/ 92583 w 190500"/>
              <a:gd name="connsiteY8" fmla="*/ 52092 h 190499"/>
              <a:gd name="connsiteX9" fmla="*/ 91897 w 190500"/>
              <a:gd name="connsiteY9" fmla="*/ 52892 h 190499"/>
              <a:gd name="connsiteX10" fmla="*/ 91831 w 190500"/>
              <a:gd name="connsiteY10" fmla="*/ 61303 h 190499"/>
              <a:gd name="connsiteX11" fmla="*/ 92593 w 190500"/>
              <a:gd name="connsiteY11" fmla="*/ 62198 h 190499"/>
              <a:gd name="connsiteX12" fmla="*/ 118491 w 190500"/>
              <a:gd name="connsiteY12" fmla="*/ 88106 h 190499"/>
              <a:gd name="connsiteX13" fmla="*/ 54769 w 190500"/>
              <a:gd name="connsiteY13" fmla="*/ 88106 h 190499"/>
              <a:gd name="connsiteX14" fmla="*/ 53797 w 190500"/>
              <a:gd name="connsiteY14" fmla="*/ 88163 h 190499"/>
              <a:gd name="connsiteX15" fmla="*/ 47692 w 190500"/>
              <a:gd name="connsiteY15" fmla="*/ 94278 h 190499"/>
              <a:gd name="connsiteX16" fmla="*/ 47625 w 190500"/>
              <a:gd name="connsiteY16" fmla="*/ 95240 h 190499"/>
              <a:gd name="connsiteX17" fmla="*/ 47692 w 190500"/>
              <a:gd name="connsiteY17" fmla="*/ 96212 h 190499"/>
              <a:gd name="connsiteX18" fmla="*/ 53797 w 190500"/>
              <a:gd name="connsiteY18" fmla="*/ 102318 h 190499"/>
              <a:gd name="connsiteX19" fmla="*/ 54769 w 190500"/>
              <a:gd name="connsiteY19" fmla="*/ 102384 h 190499"/>
              <a:gd name="connsiteX20" fmla="*/ 118491 w 190500"/>
              <a:gd name="connsiteY20" fmla="*/ 102384 h 190499"/>
              <a:gd name="connsiteX21" fmla="*/ 92583 w 190500"/>
              <a:gd name="connsiteY21" fmla="*/ 128292 h 190499"/>
              <a:gd name="connsiteX22" fmla="*/ 91888 w 190500"/>
              <a:gd name="connsiteY22" fmla="*/ 129102 h 190499"/>
              <a:gd name="connsiteX23" fmla="*/ 93316 w 190500"/>
              <a:gd name="connsiteY23" fmla="*/ 139103 h 190499"/>
              <a:gd name="connsiteX24" fmla="*/ 101889 w 190500"/>
              <a:gd name="connsiteY24" fmla="*/ 139103 h 190499"/>
              <a:gd name="connsiteX25" fmla="*/ 102680 w 190500"/>
              <a:gd name="connsiteY25" fmla="*/ 138408 h 190499"/>
              <a:gd name="connsiteX26" fmla="*/ 140799 w 190500"/>
              <a:gd name="connsiteY26" fmla="*/ 100308 h 190499"/>
              <a:gd name="connsiteX27" fmla="*/ 141484 w 190500"/>
              <a:gd name="connsiteY27" fmla="*/ 99498 h 190499"/>
              <a:gd name="connsiteX28" fmla="*/ 141561 w 190500"/>
              <a:gd name="connsiteY28" fmla="*/ 91097 h 190499"/>
              <a:gd name="connsiteX29" fmla="*/ 140799 w 190500"/>
              <a:gd name="connsiteY29" fmla="*/ 90202 h 190499"/>
              <a:gd name="connsiteX30" fmla="*/ 102699 w 190500"/>
              <a:gd name="connsiteY30" fmla="*/ 52092 h 190499"/>
              <a:gd name="connsiteX31" fmla="*/ 101889 w 190500"/>
              <a:gd name="connsiteY31" fmla="*/ 51397 h 190499"/>
              <a:gd name="connsiteX32" fmla="*/ 102689 w 190500"/>
              <a:gd name="connsiteY32" fmla="*/ 52092 h 190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90500" h="190499">
                <a:moveTo>
                  <a:pt x="95250" y="0"/>
                </a:moveTo>
                <a:cubicBezTo>
                  <a:pt x="147866" y="0"/>
                  <a:pt x="190500" y="42643"/>
                  <a:pt x="190500" y="95250"/>
                </a:cubicBezTo>
                <a:cubicBezTo>
                  <a:pt x="190500" y="147857"/>
                  <a:pt x="147866" y="190500"/>
                  <a:pt x="95250" y="190500"/>
                </a:cubicBezTo>
                <a:cubicBezTo>
                  <a:pt x="42653" y="190500"/>
                  <a:pt x="0" y="147857"/>
                  <a:pt x="0" y="95250"/>
                </a:cubicBezTo>
                <a:cubicBezTo>
                  <a:pt x="0" y="42643"/>
                  <a:pt x="42653" y="0"/>
                  <a:pt x="95250" y="0"/>
                </a:cubicBezTo>
                <a:close/>
                <a:moveTo>
                  <a:pt x="102689" y="52092"/>
                </a:moveTo>
                <a:lnTo>
                  <a:pt x="101889" y="51397"/>
                </a:lnTo>
                <a:cubicBezTo>
                  <a:pt x="99397" y="49552"/>
                  <a:pt x="96000" y="49525"/>
                  <a:pt x="93478" y="51330"/>
                </a:cubicBezTo>
                <a:lnTo>
                  <a:pt x="92583" y="52092"/>
                </a:lnTo>
                <a:lnTo>
                  <a:pt x="91897" y="52892"/>
                </a:lnTo>
                <a:cubicBezTo>
                  <a:pt x="90052" y="55384"/>
                  <a:pt x="90026" y="58782"/>
                  <a:pt x="91831" y="61303"/>
                </a:cubicBezTo>
                <a:lnTo>
                  <a:pt x="92593" y="62198"/>
                </a:lnTo>
                <a:lnTo>
                  <a:pt x="118491" y="88106"/>
                </a:lnTo>
                <a:lnTo>
                  <a:pt x="54769" y="88106"/>
                </a:lnTo>
                <a:lnTo>
                  <a:pt x="53797" y="88163"/>
                </a:lnTo>
                <a:cubicBezTo>
                  <a:pt x="50620" y="88601"/>
                  <a:pt x="48124" y="91101"/>
                  <a:pt x="47692" y="94278"/>
                </a:cubicBezTo>
                <a:lnTo>
                  <a:pt x="47625" y="95240"/>
                </a:lnTo>
                <a:lnTo>
                  <a:pt x="47692" y="96212"/>
                </a:lnTo>
                <a:cubicBezTo>
                  <a:pt x="48128" y="99386"/>
                  <a:pt x="50623" y="101881"/>
                  <a:pt x="53797" y="102318"/>
                </a:cubicBezTo>
                <a:lnTo>
                  <a:pt x="54769" y="102384"/>
                </a:lnTo>
                <a:lnTo>
                  <a:pt x="118491" y="102384"/>
                </a:lnTo>
                <a:lnTo>
                  <a:pt x="92583" y="128292"/>
                </a:lnTo>
                <a:lnTo>
                  <a:pt x="91888" y="129102"/>
                </a:lnTo>
                <a:cubicBezTo>
                  <a:pt x="89521" y="132258"/>
                  <a:pt x="90160" y="136736"/>
                  <a:pt x="93316" y="139103"/>
                </a:cubicBezTo>
                <a:cubicBezTo>
                  <a:pt x="95857" y="141008"/>
                  <a:pt x="99349" y="141008"/>
                  <a:pt x="101889" y="139103"/>
                </a:cubicBezTo>
                <a:lnTo>
                  <a:pt x="102680" y="138408"/>
                </a:lnTo>
                <a:lnTo>
                  <a:pt x="140799" y="100308"/>
                </a:lnTo>
                <a:lnTo>
                  <a:pt x="141484" y="99498"/>
                </a:lnTo>
                <a:cubicBezTo>
                  <a:pt x="143327" y="97010"/>
                  <a:pt x="143359" y="93618"/>
                  <a:pt x="141561" y="91097"/>
                </a:cubicBezTo>
                <a:lnTo>
                  <a:pt x="140799" y="90202"/>
                </a:lnTo>
                <a:lnTo>
                  <a:pt x="102699" y="52092"/>
                </a:lnTo>
                <a:lnTo>
                  <a:pt x="101889" y="51397"/>
                </a:lnTo>
                <a:lnTo>
                  <a:pt x="102689" y="52092"/>
                </a:lnTo>
                <a:close/>
              </a:path>
            </a:pathLst>
          </a:custGeom>
          <a:solidFill>
            <a:srgbClr val="4F42FD"/>
          </a:solidFill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ctr" defTabSz="457109" eaLnBrk="1" fontAlgn="auto" latinLnBrk="0" hangingPunct="1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cs typeface="Segoe Sans Display Semibold" pitchFamily="2" charset="0"/>
            </a:endParaRPr>
          </a:p>
        </p:txBody>
      </p:sp>
      <p:sp>
        <p:nvSpPr>
          <p:cNvPr id="26" name="Rectangle: Rounded Corners 3">
            <a:extLst>
              <a:ext uri="{FF2B5EF4-FFF2-40B4-BE49-F238E27FC236}">
                <a16:creationId xmlns:a16="http://schemas.microsoft.com/office/drawing/2014/main" id="{9B68CB1C-0198-F833-EA6E-33B3A27538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697452" y="4731872"/>
            <a:ext cx="8827871" cy="7717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91440" tIns="91440" rIns="91440" bIns="9144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r>
              <a:rPr lang="en-US" sz="1400" b="1" dirty="0">
                <a:ln w="3175">
                  <a:noFill/>
                </a:ln>
                <a:solidFill>
                  <a:srgbClr val="000000"/>
                </a:solidFill>
                <a:latin typeface="Segoe Sans Display Semibold" pitchFamily="2" charset="0"/>
                <a:cs typeface="Segoe Sans Display Semibold" pitchFamily="2" charset="0"/>
              </a:rPr>
              <a:t>A Hosted Agent lets you bring your own agent code and framework, while still benefiting from enterprise-grade deployment, identity, scaling, observability and security.</a:t>
            </a:r>
            <a:endParaRPr kumimoji="0" lang="en-US" sz="1400" b="1" i="0" u="none" strike="noStrike" kern="1200" cap="none" spc="0" normalizeH="0" baseline="0" noProof="0" dirty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 Semibold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27" name="Title 46">
            <a:extLst>
              <a:ext uri="{FF2B5EF4-FFF2-40B4-BE49-F238E27FC236}">
                <a16:creationId xmlns:a16="http://schemas.microsoft.com/office/drawing/2014/main" id="{2310C506-F960-7B73-50C0-FAE3FCFEF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The stack behind the </a:t>
            </a:r>
            <a:r>
              <a:rPr lang="en-US" dirty="0" err="1"/>
              <a:t>Caldova</a:t>
            </a:r>
            <a:r>
              <a:rPr lang="en-US" dirty="0"/>
              <a:t> assistant</a:t>
            </a:r>
          </a:p>
        </p:txBody>
      </p:sp>
    </p:spTree>
    <p:extLst>
      <p:ext uri="{BB962C8B-B14F-4D97-AF65-F5344CB8AC3E}">
        <p14:creationId xmlns:p14="http://schemas.microsoft.com/office/powerpoint/2010/main" val="40479016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7" grpId="0"/>
      <p:bldP spid="17" grpId="1"/>
      <p:bldP spid="18" grpId="0"/>
      <p:bldP spid="18" grpId="1"/>
      <p:bldP spid="19" grpId="0"/>
      <p:bldP spid="19" grpId="1"/>
      <p:bldP spid="21" grpId="0"/>
      <p:bldP spid="21" grpId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D767-6A75-D0D4-A26E-DF4462EC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73BCC-F61F-2BAA-1BE9-D7BE4193A0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3977319"/>
            <a:ext cx="5212080" cy="307777"/>
          </a:xfrm>
        </p:spPr>
        <p:txBody>
          <a:bodyPr/>
          <a:lstStyle/>
          <a:p>
            <a:r>
              <a:rPr lang="en-US" sz="2000" dirty="0"/>
              <a:t>Building </a:t>
            </a:r>
            <a:r>
              <a:rPr lang="en-US" sz="2000" dirty="0" err="1"/>
              <a:t>Caldova</a:t>
            </a:r>
            <a:r>
              <a:rPr lang="en-US" sz="2000" dirty="0"/>
              <a:t> Social Media Assistant</a:t>
            </a:r>
          </a:p>
        </p:txBody>
      </p:sp>
    </p:spTree>
    <p:extLst>
      <p:ext uri="{BB962C8B-B14F-4D97-AF65-F5344CB8AC3E}">
        <p14:creationId xmlns:p14="http://schemas.microsoft.com/office/powerpoint/2010/main" val="9426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2873-4C72-609B-9FC7-969B0BF0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97F311F4-763F-2519-B27F-AD3EBFDFE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156357" y="1131614"/>
            <a:ext cx="3915295" cy="3915295"/>
          </a:xfrm>
          <a:prstGeom prst="roundRect">
            <a:avLst>
              <a:gd name="adj" fmla="val 8916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: Rounded Corners 7">
            <a:extLst>
              <a:ext uri="{FF2B5EF4-FFF2-40B4-BE49-F238E27FC236}">
                <a16:creationId xmlns:a16="http://schemas.microsoft.com/office/drawing/2014/main" id="{53DEF1E0-65BD-19EA-EFA3-FB948BD189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41117" y="3694797"/>
            <a:ext cx="3816814" cy="584645"/>
          </a:xfrm>
          <a:prstGeom prst="roundRect">
            <a:avLst>
              <a:gd name="adj" fmla="val 42392"/>
            </a:avLst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</p:spPr>
        <p:txBody>
          <a:bodyPr wrap="none" lIns="137160" tIns="18288" rIns="137160" bIns="54864" rtlCol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ea typeface="+mn-ea"/>
                <a:cs typeface="Segoe UI" pitchFamily="34" charset="0"/>
              </a:rPr>
              <a:t>aka.ms/aitour27/LTG232</a:t>
            </a:r>
            <a:endParaRPr kumimoji="0" lang="en-US" sz="2400" b="1" i="0" u="none" strike="noStrike" kern="1200" cap="none" spc="0" normalizeH="0" baseline="0" noProof="0" dirty="0">
              <a:ln w="3175"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Segoe UI Semibold" panose="020B0502040204020203" pitchFamily="34" charset="0"/>
              <a:ea typeface="+mn-ea"/>
              <a:cs typeface="Segoe UI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3698A8C-B9AD-D79D-557D-45B134189330}"/>
              </a:ext>
            </a:extLst>
          </p:cNvPr>
          <p:cNvSpPr txBox="1">
            <a:spLocks/>
          </p:cNvSpPr>
          <p:nvPr/>
        </p:nvSpPr>
        <p:spPr>
          <a:xfrm>
            <a:off x="873951" y="4637653"/>
            <a:ext cx="4667250" cy="43678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…or scan the QR code.</a:t>
            </a:r>
            <a:endParaRPr kumimoji="0" lang="en-CA" sz="28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FDE89D-E360-EA6A-5E19-25317EF13089}"/>
              </a:ext>
            </a:extLst>
          </p:cNvPr>
          <p:cNvSpPr txBox="1">
            <a:spLocks/>
          </p:cNvSpPr>
          <p:nvPr/>
        </p:nvSpPr>
        <p:spPr>
          <a:xfrm>
            <a:off x="873951" y="1506741"/>
            <a:ext cx="5616059" cy="178035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Visit the GitHub repository for today’s </a:t>
            </a:r>
            <a:r>
              <a:rPr kumimoji="0" lang="en-CA" sz="36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presentation and </a:t>
            </a:r>
            <a:r>
              <a:rPr kumimoji="0" lang="en-CA" sz="3600" b="1" i="0" u="none" strike="noStrike" kern="1200" cap="none" spc="0" normalizeH="0" baseline="0" noProof="0" dirty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other resources</a:t>
            </a:r>
            <a:endParaRPr kumimoji="0" lang="en-CA" sz="3600" b="0" i="0" u="none" strike="noStrike" kern="1200" cap="none" spc="0" normalizeH="0" baseline="0" noProof="0" dirty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82245-09EA-A6BF-41F6-821BD5D8A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05" y="1274962"/>
            <a:ext cx="3628597" cy="362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9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29167E-6 -2.22222E-6 L 2.29167E-6 0.06644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04167E-6 -2.59259E-6 L -1.04167E-6 0.06644 " pathEditMode="relative" rAng="0" ptsTypes="AA">
                                      <p:cBhvr>
                                        <p:cTn id="17" dur="75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44444E-6 L -3.125E-6 0.06644 " pathEditMode="relative" rAng="0" ptsTypes="AA">
                                      <p:cBhvr>
                                        <p:cTn id="22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8" grpId="1" animBg="1"/>
      <p:bldP spid="19" grpId="0"/>
      <p:bldP spid="19" grpId="1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BFE083-6F48-97C6-928D-AC622FDA3F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263" y="-603693"/>
            <a:ext cx="11018520" cy="553998"/>
          </a:xfr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Microsoft Logo</a:t>
            </a:r>
          </a:p>
        </p:txBody>
      </p:sp>
    </p:spTree>
    <p:extLst>
      <p:ext uri="{BB962C8B-B14F-4D97-AF65-F5344CB8AC3E}">
        <p14:creationId xmlns:p14="http://schemas.microsoft.com/office/powerpoint/2010/main" val="87331373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AI Tour 16:9 Template Light">
  <a:themeElements>
    <a:clrScheme name="Custom 10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8661C5"/>
      </a:accent2>
      <a:accent3>
        <a:srgbClr val="2A446F"/>
      </a:accent3>
      <a:accent4>
        <a:srgbClr val="8C8279"/>
      </a:accent4>
      <a:accent5>
        <a:srgbClr val="49C5B1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 FY27_16-9 Event-template_v02.potx" id="{9C5CC599-8577-4365-A79B-9A2E285A7143}" vid="{BB77021C-C8F7-4F1E-94E2-4B7328F8FAC0}"/>
    </a:ext>
  </a:extLst>
</a:theme>
</file>

<file path=ppt/theme/theme2.xml><?xml version="1.0" encoding="utf-8"?>
<a:theme xmlns:a="http://schemas.openxmlformats.org/drawingml/2006/main" name="Microsoft AI Tour 16:9 Template Dark">
  <a:themeElements>
    <a:clrScheme name="Custom 105">
      <a:dk1>
        <a:srgbClr val="2A446F"/>
      </a:dk1>
      <a:lt1>
        <a:srgbClr val="FFFFFF"/>
      </a:lt1>
      <a:dk2>
        <a:srgbClr val="2A446F"/>
      </a:dk2>
      <a:lt2>
        <a:srgbClr val="E8E6DF"/>
      </a:lt2>
      <a:accent1>
        <a:srgbClr val="8DC8E8"/>
      </a:accent1>
      <a:accent2>
        <a:srgbClr val="C5B4E3"/>
      </a:accent2>
      <a:accent3>
        <a:srgbClr val="49C5B1"/>
      </a:accent3>
      <a:accent4>
        <a:srgbClr val="E1D3C7"/>
      </a:accent4>
      <a:accent5>
        <a:srgbClr val="8661C5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 FY27_16-9 Event-template_v02.potx" id="{9C5CC599-8577-4365-A79B-9A2E285A7143}" vid="{456EF0DE-F302-4429-BD11-D12AC1E159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f334920-fcdb-4898-a594-11f0f90eb025">
      <Terms xmlns="http://schemas.microsoft.com/office/infopath/2007/PartnerControls"/>
    </lcf76f155ced4ddcb4097134ff3c332f>
    <TaxCatchAll xmlns="45bb8f40-dcd8-47c2-86fd-e47132c8e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410D9AEDB73C4DB8E38733ABB9545B" ma:contentTypeVersion="19" ma:contentTypeDescription="Create a new document." ma:contentTypeScope="" ma:versionID="b33fd63004600ee74fb864303b181309">
  <xsd:schema xmlns:xsd="http://www.w3.org/2001/XMLSchema" xmlns:xs="http://www.w3.org/2001/XMLSchema" xmlns:p="http://schemas.microsoft.com/office/2006/metadata/properties" xmlns:ns1="http://schemas.microsoft.com/sharepoint/v3" xmlns:ns2="4f334920-fcdb-4898-a594-11f0f90eb025" xmlns:ns3="45bb8f40-dcd8-47c2-86fd-e47132c8ea6b" targetNamespace="http://schemas.microsoft.com/office/2006/metadata/properties" ma:root="true" ma:fieldsID="e9bb7ae209d2dca68045950d4f321537" ns1:_="" ns2:_="" ns3:_="">
    <xsd:import namespace="http://schemas.microsoft.com/sharepoint/v3"/>
    <xsd:import namespace="4f334920-fcdb-4898-a594-11f0f90eb025"/>
    <xsd:import namespace="45bb8f40-dcd8-47c2-86fd-e47132c8ea6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DocTags" minOccurs="0"/>
                <xsd:element ref="ns2:MediaServiceLocation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334920-fcdb-4898-a594-11f0f90eb02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2" nillable="true" ma:displayName="MediaServiceDocTags" ma:hidden="true" ma:internalName="MediaServiceDoc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5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6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b8f40-dcd8-47c2-86fd-e47132c8ea6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b9d4ce5-2638-4dcd-828d-9fe4b980d30e}" ma:internalName="TaxCatchAll" ma:showField="CatchAllData" ma:web="45bb8f40-dcd8-47c2-86fd-e47132c8e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45bb8f40-dcd8-47c2-86fd-e47132c8ea6b"/>
    <ds:schemaRef ds:uri="4e74c756-a527-4705-9f82-ebb6503e1a84"/>
    <ds:schemaRef ds:uri="4f334920-fcdb-4898-a594-11f0f90eb025"/>
    <ds:schemaRef ds:uri="6a2cddcd-7434-4740-93ff-9eefa0d893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1CE5488-2F15-40F5-9279-7655C2B96239}">
  <ds:schemaRefs>
    <ds:schemaRef ds:uri="45bb8f40-dcd8-47c2-86fd-e47132c8ea6b"/>
    <ds:schemaRef ds:uri="4f334920-fcdb-4898-a594-11f0f90eb0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440</Words>
  <Application>Microsoft Office PowerPoint</Application>
  <PresentationFormat>Widescreen</PresentationFormat>
  <Paragraphs>37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Aptos</vt:lpstr>
      <vt:lpstr>Arial</vt:lpstr>
      <vt:lpstr>Consolas</vt:lpstr>
      <vt:lpstr>Segoe Sans Display</vt:lpstr>
      <vt:lpstr>Segoe Sans Display Semibold</vt:lpstr>
      <vt:lpstr>Segoe UI</vt:lpstr>
      <vt:lpstr>Segoe UI Semibold</vt:lpstr>
      <vt:lpstr>Wingdings</vt:lpstr>
      <vt:lpstr>Microsoft AI Tour 16:9 Template Light</vt:lpstr>
      <vt:lpstr>Microsoft AI Tour 16:9 Template Dark</vt:lpstr>
      <vt:lpstr>Microsoft AI Tour</vt:lpstr>
      <vt:lpstr>Agent development beyond Hello World</vt:lpstr>
      <vt:lpstr>Caldova social media assistant</vt:lpstr>
      <vt:lpstr>The stack behind the Caldova assistant</vt:lpstr>
      <vt:lpstr>Demo</vt:lpstr>
      <vt:lpstr>PowerPoint Presentation</vt:lpstr>
      <vt:lpstr>Microsoft Logo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AI Tour</dc:subject>
  <dc:creator>J.R. Tripp</dc:creator>
  <cp:keywords>Microsoft AI Tour</cp:keywords>
  <dc:description/>
  <cp:lastModifiedBy>Carlotta Castelluccio</cp:lastModifiedBy>
  <cp:revision>15</cp:revision>
  <cp:lastPrinted>2023-02-15T20:48:24Z</cp:lastPrinted>
  <dcterms:created xsi:type="dcterms:W3CDTF">2026-05-19T20:29:50Z</dcterms:created>
  <dcterms:modified xsi:type="dcterms:W3CDTF">2026-10-01T12:49:47Z</dcterms:modified>
  <cp:category>Microsoft AI Tour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0x010100E8410D9AEDB73C4DB8E38733ABB9545B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MediaServiceImageTags">
    <vt:lpwstr/>
  </property>
</Properties>
</file>